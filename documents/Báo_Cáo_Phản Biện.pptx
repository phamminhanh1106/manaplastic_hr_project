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1"/>
  </p:notesMasterIdLst>
  <p:sldIdLst>
    <p:sldId id="256" r:id="rId2"/>
    <p:sldId id="257" r:id="rId3"/>
    <p:sldId id="337" r:id="rId4"/>
    <p:sldId id="343" r:id="rId5"/>
    <p:sldId id="325" r:id="rId6"/>
    <p:sldId id="340" r:id="rId7"/>
    <p:sldId id="341" r:id="rId8"/>
    <p:sldId id="342" r:id="rId9"/>
    <p:sldId id="263" r:id="rId10"/>
  </p:sldIdLst>
  <p:sldSz cx="9144000" cy="5143500" type="screen16x9"/>
  <p:notesSz cx="6858000" cy="9144000"/>
  <p:embeddedFontLst>
    <p:embeddedFont>
      <p:font typeface="Jua" panose="020B0604020202020204" charset="-127"/>
      <p:regular r:id="rId12"/>
    </p:embeddedFon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D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F34BA6-1889-49CE-A775-F7194C169211}">
  <a:tblStyle styleId="{81F34BA6-1889-49CE-A775-F7194C1692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140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410A651E-E76D-0931-413F-65BE2051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FE8CF2F9-4246-7E03-14E0-BA3448B057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AB5D17D6-F9EB-9993-A0BD-84446FD7FA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852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ED7476CD-3F80-915C-9A1C-436E8557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1CB90EE0-76B4-F19F-DF42-56D0252553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46EEDF6D-6CF7-4CEE-9275-F2A83E39D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048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6649CE54-46DD-E132-A06B-F617711B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9371DEC1-2070-B5C2-2E8D-BE2B5186F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09DC2616-CED9-AEA4-C5A8-8C2B15D72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4947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61D7782F-B130-A1FE-29D5-726E9EB03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F061B4F5-724B-957B-FD86-3045725B1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47D2455B-0010-261E-9998-715D3C210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0748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1CB928CF-CACD-9659-D594-03C8D07A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5A53F94C-E187-7A73-4181-6CC0A4035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10B79526-EF03-C0F4-F492-D55F262A0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259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E0E6A9FF-531E-1FE0-07EB-AC754C93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9669c8b86c_0_26172:notes">
            <a:extLst>
              <a:ext uri="{FF2B5EF4-FFF2-40B4-BE49-F238E27FC236}">
                <a16:creationId xmlns:a16="http://schemas.microsoft.com/office/drawing/2014/main" id="{D4CF70A4-DF34-304E-1565-04DF52DB5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9669c8b86c_0_26172:notes">
            <a:extLst>
              <a:ext uri="{FF2B5EF4-FFF2-40B4-BE49-F238E27FC236}">
                <a16:creationId xmlns:a16="http://schemas.microsoft.com/office/drawing/2014/main" id="{33C46FBF-A985-C679-1E86-81B404A4D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6078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95a9c4bbe7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95a9c4bbe7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rot="1871974">
            <a:off x="6927020" y="676935"/>
            <a:ext cx="1881892" cy="1143355"/>
            <a:chOff x="4422200" y="1605489"/>
            <a:chExt cx="3671784" cy="2230815"/>
          </a:xfrm>
        </p:grpSpPr>
        <p:sp>
          <p:nvSpPr>
            <p:cNvPr id="10" name="Google Shape;10;p2"/>
            <p:cNvSpPr/>
            <p:nvPr/>
          </p:nvSpPr>
          <p:spPr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576150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 rot="-1871974" flipH="1">
            <a:off x="335095" y="676935"/>
            <a:ext cx="1881892" cy="1143355"/>
            <a:chOff x="4422200" y="1605489"/>
            <a:chExt cx="3671784" cy="2230815"/>
          </a:xfrm>
        </p:grpSpPr>
        <p:sp>
          <p:nvSpPr>
            <p:cNvPr id="29" name="Google Shape;29;p2"/>
            <p:cNvSpPr/>
            <p:nvPr/>
          </p:nvSpPr>
          <p:spPr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576150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2"/>
          <p:cNvGrpSpPr/>
          <p:nvPr/>
        </p:nvGrpSpPr>
        <p:grpSpPr>
          <a:xfrm rot="191764">
            <a:off x="96892" y="2812553"/>
            <a:ext cx="2074547" cy="1949796"/>
            <a:chOff x="39161" y="2569289"/>
            <a:chExt cx="2207289" cy="2074556"/>
          </a:xfrm>
        </p:grpSpPr>
        <p:sp>
          <p:nvSpPr>
            <p:cNvPr id="48" name="Google Shape;48;p2"/>
            <p:cNvSpPr/>
            <p:nvPr/>
          </p:nvSpPr>
          <p:spPr>
            <a:xfrm rot="376776" flipH="1">
              <a:off x="135373" y="2672421"/>
              <a:ext cx="1988222" cy="1868294"/>
            </a:xfrm>
            <a:custGeom>
              <a:avLst/>
              <a:gdLst/>
              <a:ahLst/>
              <a:cxnLst/>
              <a:rect l="l" t="t" r="r" b="b"/>
              <a:pathLst>
                <a:path w="59500" h="55911" extrusionOk="0">
                  <a:moveTo>
                    <a:pt x="41074" y="1"/>
                  </a:moveTo>
                  <a:cubicBezTo>
                    <a:pt x="35013" y="1"/>
                    <a:pt x="29092" y="3078"/>
                    <a:pt x="25765" y="8617"/>
                  </a:cubicBezTo>
                  <a:lnTo>
                    <a:pt x="1229" y="49344"/>
                  </a:lnTo>
                  <a:cubicBezTo>
                    <a:pt x="0" y="51399"/>
                    <a:pt x="652" y="54056"/>
                    <a:pt x="2707" y="55284"/>
                  </a:cubicBezTo>
                  <a:cubicBezTo>
                    <a:pt x="3409" y="55710"/>
                    <a:pt x="4186" y="55910"/>
                    <a:pt x="4938" y="55910"/>
                  </a:cubicBezTo>
                  <a:cubicBezTo>
                    <a:pt x="6391" y="55910"/>
                    <a:pt x="7845" y="55158"/>
                    <a:pt x="8647" y="53805"/>
                  </a:cubicBezTo>
                  <a:lnTo>
                    <a:pt x="33184" y="13078"/>
                  </a:lnTo>
                  <a:cubicBezTo>
                    <a:pt x="34900" y="10229"/>
                    <a:pt x="37956" y="8643"/>
                    <a:pt x="41078" y="8643"/>
                  </a:cubicBezTo>
                  <a:cubicBezTo>
                    <a:pt x="42653" y="8643"/>
                    <a:pt x="44245" y="9046"/>
                    <a:pt x="45690" y="9895"/>
                  </a:cubicBezTo>
                  <a:cubicBezTo>
                    <a:pt x="47820" y="11148"/>
                    <a:pt x="49324" y="13178"/>
                    <a:pt x="49926" y="15584"/>
                  </a:cubicBezTo>
                  <a:cubicBezTo>
                    <a:pt x="50527" y="17990"/>
                    <a:pt x="50151" y="20472"/>
                    <a:pt x="48848" y="22602"/>
                  </a:cubicBezTo>
                  <a:lnTo>
                    <a:pt x="46316" y="26737"/>
                  </a:lnTo>
                  <a:cubicBezTo>
                    <a:pt x="45063" y="28792"/>
                    <a:pt x="45715" y="31449"/>
                    <a:pt x="47745" y="32702"/>
                  </a:cubicBezTo>
                  <a:cubicBezTo>
                    <a:pt x="48445" y="33126"/>
                    <a:pt x="49222" y="33329"/>
                    <a:pt x="49991" y="33329"/>
                  </a:cubicBezTo>
                  <a:cubicBezTo>
                    <a:pt x="51451" y="33329"/>
                    <a:pt x="52880" y="32595"/>
                    <a:pt x="53685" y="31249"/>
                  </a:cubicBezTo>
                  <a:lnTo>
                    <a:pt x="56241" y="27113"/>
                  </a:lnTo>
                  <a:cubicBezTo>
                    <a:pt x="58748" y="23003"/>
                    <a:pt x="59500" y="18166"/>
                    <a:pt x="58322" y="13479"/>
                  </a:cubicBezTo>
                  <a:cubicBezTo>
                    <a:pt x="57169" y="8817"/>
                    <a:pt x="54236" y="4883"/>
                    <a:pt x="50076" y="2451"/>
                  </a:cubicBezTo>
                  <a:cubicBezTo>
                    <a:pt x="47252" y="791"/>
                    <a:pt x="44145" y="1"/>
                    <a:pt x="41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rot="376776" flipH="1">
              <a:off x="1688275" y="4022649"/>
              <a:ext cx="218604" cy="585348"/>
            </a:xfrm>
            <a:custGeom>
              <a:avLst/>
              <a:gdLst/>
              <a:ahLst/>
              <a:cxnLst/>
              <a:rect l="l" t="t" r="r" b="b"/>
              <a:pathLst>
                <a:path w="6542" h="16968" extrusionOk="0">
                  <a:moveTo>
                    <a:pt x="3559" y="0"/>
                  </a:moveTo>
                  <a:lnTo>
                    <a:pt x="0" y="5915"/>
                  </a:lnTo>
                  <a:lnTo>
                    <a:pt x="2782" y="16968"/>
                  </a:lnTo>
                  <a:cubicBezTo>
                    <a:pt x="3409" y="16617"/>
                    <a:pt x="3960" y="16116"/>
                    <a:pt x="4361" y="15439"/>
                  </a:cubicBezTo>
                  <a:lnTo>
                    <a:pt x="6542" y="11805"/>
                  </a:lnTo>
                  <a:lnTo>
                    <a:pt x="35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376748" flipH="1">
              <a:off x="1485677" y="3577206"/>
              <a:ext cx="218654" cy="625325"/>
            </a:xfrm>
            <a:custGeom>
              <a:avLst/>
              <a:gdLst/>
              <a:ahLst/>
              <a:cxnLst/>
              <a:rect l="l" t="t" r="r" b="b"/>
              <a:pathLst>
                <a:path w="6543" h="17720" extrusionOk="0">
                  <a:moveTo>
                    <a:pt x="3560" y="1"/>
                  </a:moveTo>
                  <a:lnTo>
                    <a:pt x="1" y="5915"/>
                  </a:lnTo>
                  <a:lnTo>
                    <a:pt x="2983" y="17720"/>
                  </a:lnTo>
                  <a:lnTo>
                    <a:pt x="6542" y="11805"/>
                  </a:lnTo>
                  <a:lnTo>
                    <a:pt x="35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376776" flipH="1">
              <a:off x="1284459" y="3145767"/>
              <a:ext cx="218604" cy="612897"/>
            </a:xfrm>
            <a:custGeom>
              <a:avLst/>
              <a:gdLst/>
              <a:ahLst/>
              <a:cxnLst/>
              <a:rect l="l" t="t" r="r" b="b"/>
              <a:pathLst>
                <a:path w="6542" h="17746" extrusionOk="0">
                  <a:moveTo>
                    <a:pt x="3559" y="1"/>
                  </a:moveTo>
                  <a:lnTo>
                    <a:pt x="0" y="5941"/>
                  </a:lnTo>
                  <a:lnTo>
                    <a:pt x="2983" y="17745"/>
                  </a:lnTo>
                  <a:lnTo>
                    <a:pt x="6542" y="11830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376776" flipH="1">
              <a:off x="1078967" y="2779772"/>
              <a:ext cx="217802" cy="546449"/>
            </a:xfrm>
            <a:custGeom>
              <a:avLst/>
              <a:gdLst/>
              <a:ahLst/>
              <a:cxnLst/>
              <a:rect l="l" t="t" r="r" b="b"/>
              <a:pathLst>
                <a:path w="6518" h="15791" extrusionOk="0">
                  <a:moveTo>
                    <a:pt x="4036" y="1"/>
                  </a:moveTo>
                  <a:cubicBezTo>
                    <a:pt x="2507" y="1104"/>
                    <a:pt x="1129" y="2457"/>
                    <a:pt x="1" y="4061"/>
                  </a:cubicBezTo>
                  <a:lnTo>
                    <a:pt x="2958" y="15790"/>
                  </a:lnTo>
                  <a:lnTo>
                    <a:pt x="6517" y="9850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376798" flipH="1">
              <a:off x="496526" y="3476634"/>
              <a:ext cx="125298" cy="239556"/>
            </a:xfrm>
            <a:custGeom>
              <a:avLst/>
              <a:gdLst/>
              <a:ahLst/>
              <a:cxnLst/>
              <a:rect l="l" t="t" r="r" b="b"/>
              <a:pathLst>
                <a:path w="3560" h="7169" extrusionOk="0">
                  <a:moveTo>
                    <a:pt x="1755" y="0"/>
                  </a:moveTo>
                  <a:lnTo>
                    <a:pt x="1253" y="802"/>
                  </a:lnTo>
                  <a:cubicBezTo>
                    <a:pt x="0" y="2857"/>
                    <a:pt x="652" y="5514"/>
                    <a:pt x="2682" y="6767"/>
                  </a:cubicBezTo>
                  <a:cubicBezTo>
                    <a:pt x="2958" y="6918"/>
                    <a:pt x="3258" y="7068"/>
                    <a:pt x="3559" y="7168"/>
                  </a:cubicBezTo>
                  <a:lnTo>
                    <a:pt x="1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376776" flipH="1">
              <a:off x="791432" y="2635135"/>
              <a:ext cx="235345" cy="320570"/>
            </a:xfrm>
            <a:custGeom>
              <a:avLst/>
              <a:gdLst/>
              <a:ahLst/>
              <a:cxnLst/>
              <a:rect l="l" t="t" r="r" b="b"/>
              <a:pathLst>
                <a:path w="7043" h="9324" extrusionOk="0">
                  <a:moveTo>
                    <a:pt x="4837" y="0"/>
                  </a:moveTo>
                  <a:cubicBezTo>
                    <a:pt x="3183" y="76"/>
                    <a:pt x="1554" y="376"/>
                    <a:pt x="0" y="903"/>
                  </a:cubicBezTo>
                  <a:lnTo>
                    <a:pt x="2131" y="9324"/>
                  </a:lnTo>
                  <a:cubicBezTo>
                    <a:pt x="3213" y="8862"/>
                    <a:pt x="4384" y="8627"/>
                    <a:pt x="5572" y="8627"/>
                  </a:cubicBezTo>
                  <a:cubicBezTo>
                    <a:pt x="6061" y="8627"/>
                    <a:pt x="6553" y="8667"/>
                    <a:pt x="7043" y="8747"/>
                  </a:cubicBezTo>
                  <a:lnTo>
                    <a:pt x="48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376804" flipH="1">
              <a:off x="260070" y="2611373"/>
              <a:ext cx="377701" cy="1044490"/>
            </a:xfrm>
            <a:custGeom>
              <a:avLst/>
              <a:gdLst/>
              <a:ahLst/>
              <a:cxnLst/>
              <a:rect l="l" t="t" r="r" b="b"/>
              <a:pathLst>
                <a:path w="11304" h="30678" extrusionOk="0">
                  <a:moveTo>
                    <a:pt x="0" y="1"/>
                  </a:moveTo>
                  <a:lnTo>
                    <a:pt x="3259" y="12858"/>
                  </a:lnTo>
                  <a:cubicBezTo>
                    <a:pt x="3584" y="13510"/>
                    <a:pt x="3860" y="14187"/>
                    <a:pt x="4036" y="14913"/>
                  </a:cubicBezTo>
                  <a:cubicBezTo>
                    <a:pt x="4236" y="15640"/>
                    <a:pt x="4311" y="16367"/>
                    <a:pt x="4311" y="17069"/>
                  </a:cubicBezTo>
                  <a:lnTo>
                    <a:pt x="7745" y="30678"/>
                  </a:lnTo>
                  <a:lnTo>
                    <a:pt x="7795" y="30578"/>
                  </a:lnTo>
                  <a:lnTo>
                    <a:pt x="10351" y="26442"/>
                  </a:lnTo>
                  <a:cubicBezTo>
                    <a:pt x="10702" y="25866"/>
                    <a:pt x="11003" y="25264"/>
                    <a:pt x="11304" y="24663"/>
                  </a:cubicBezTo>
                  <a:lnTo>
                    <a:pt x="5790" y="2833"/>
                  </a:lnTo>
                  <a:cubicBezTo>
                    <a:pt x="5264" y="2457"/>
                    <a:pt x="4737" y="2106"/>
                    <a:pt x="4186" y="1780"/>
                  </a:cubicBezTo>
                  <a:cubicBezTo>
                    <a:pt x="2833" y="978"/>
                    <a:pt x="1429" y="402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376776" flipH="1">
              <a:off x="1266619" y="4060058"/>
              <a:ext cx="284767" cy="322292"/>
            </a:xfrm>
            <a:custGeom>
              <a:avLst/>
              <a:gdLst/>
              <a:ahLst/>
              <a:cxnLst/>
              <a:rect l="l" t="t" r="r" b="b"/>
              <a:pathLst>
                <a:path w="8522" h="9645" extrusionOk="0">
                  <a:moveTo>
                    <a:pt x="2162" y="0"/>
                  </a:moveTo>
                  <a:cubicBezTo>
                    <a:pt x="821" y="0"/>
                    <a:pt x="0" y="672"/>
                    <a:pt x="0" y="672"/>
                  </a:cubicBezTo>
                  <a:cubicBezTo>
                    <a:pt x="0" y="672"/>
                    <a:pt x="3183" y="3053"/>
                    <a:pt x="3259" y="9645"/>
                  </a:cubicBezTo>
                  <a:cubicBezTo>
                    <a:pt x="4888" y="8868"/>
                    <a:pt x="5665" y="6512"/>
                    <a:pt x="5665" y="6512"/>
                  </a:cubicBezTo>
                  <a:lnTo>
                    <a:pt x="8522" y="6186"/>
                  </a:lnTo>
                  <a:cubicBezTo>
                    <a:pt x="8522" y="6186"/>
                    <a:pt x="7093" y="2051"/>
                    <a:pt x="4437" y="622"/>
                  </a:cubicBezTo>
                  <a:cubicBezTo>
                    <a:pt x="3579" y="157"/>
                    <a:pt x="2810" y="0"/>
                    <a:pt x="21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376776" flipH="1">
              <a:off x="1779390" y="3939080"/>
              <a:ext cx="333353" cy="251518"/>
            </a:xfrm>
            <a:custGeom>
              <a:avLst/>
              <a:gdLst/>
              <a:ahLst/>
              <a:cxnLst/>
              <a:rect l="l" t="t" r="r" b="b"/>
              <a:pathLst>
                <a:path w="9976" h="7527" extrusionOk="0">
                  <a:moveTo>
                    <a:pt x="5297" y="0"/>
                  </a:moveTo>
                  <a:cubicBezTo>
                    <a:pt x="2722" y="0"/>
                    <a:pt x="1" y="1361"/>
                    <a:pt x="1" y="1361"/>
                  </a:cubicBezTo>
                  <a:lnTo>
                    <a:pt x="1830" y="3591"/>
                  </a:lnTo>
                  <a:cubicBezTo>
                    <a:pt x="1830" y="3591"/>
                    <a:pt x="753" y="5822"/>
                    <a:pt x="1379" y="7526"/>
                  </a:cubicBezTo>
                  <a:cubicBezTo>
                    <a:pt x="5236" y="3607"/>
                    <a:pt x="8625" y="3277"/>
                    <a:pt x="9656" y="3277"/>
                  </a:cubicBezTo>
                  <a:cubicBezTo>
                    <a:pt x="9864" y="3277"/>
                    <a:pt x="9976" y="3291"/>
                    <a:pt x="9976" y="3291"/>
                  </a:cubicBezTo>
                  <a:cubicBezTo>
                    <a:pt x="9976" y="3291"/>
                    <a:pt x="9675" y="985"/>
                    <a:pt x="6793" y="183"/>
                  </a:cubicBezTo>
                  <a:cubicBezTo>
                    <a:pt x="6315" y="54"/>
                    <a:pt x="5809" y="0"/>
                    <a:pt x="5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376776" flipH="1">
              <a:off x="1112618" y="3877158"/>
              <a:ext cx="548582" cy="285836"/>
            </a:xfrm>
            <a:custGeom>
              <a:avLst/>
              <a:gdLst/>
              <a:ahLst/>
              <a:cxnLst/>
              <a:rect l="l" t="t" r="r" b="b"/>
              <a:pathLst>
                <a:path w="16417" h="8554" extrusionOk="0">
                  <a:moveTo>
                    <a:pt x="9155" y="1"/>
                  </a:moveTo>
                  <a:cubicBezTo>
                    <a:pt x="6313" y="1"/>
                    <a:pt x="3375" y="1325"/>
                    <a:pt x="502" y="2980"/>
                  </a:cubicBezTo>
                  <a:cubicBezTo>
                    <a:pt x="1" y="3932"/>
                    <a:pt x="101" y="5561"/>
                    <a:pt x="101" y="5561"/>
                  </a:cubicBezTo>
                  <a:cubicBezTo>
                    <a:pt x="687" y="5832"/>
                    <a:pt x="12052" y="8554"/>
                    <a:pt x="14940" y="8554"/>
                  </a:cubicBezTo>
                  <a:cubicBezTo>
                    <a:pt x="15264" y="8554"/>
                    <a:pt x="15481" y="8519"/>
                    <a:pt x="15565" y="8443"/>
                  </a:cubicBezTo>
                  <a:cubicBezTo>
                    <a:pt x="16417" y="7692"/>
                    <a:pt x="15139" y="4860"/>
                    <a:pt x="15239" y="4283"/>
                  </a:cubicBezTo>
                  <a:cubicBezTo>
                    <a:pt x="15339" y="3707"/>
                    <a:pt x="16141" y="2228"/>
                    <a:pt x="12332" y="624"/>
                  </a:cubicBezTo>
                  <a:cubicBezTo>
                    <a:pt x="11293" y="190"/>
                    <a:pt x="10231" y="1"/>
                    <a:pt x="91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376776" flipH="1">
              <a:off x="1091256" y="4006289"/>
              <a:ext cx="558373" cy="175665"/>
            </a:xfrm>
            <a:custGeom>
              <a:avLst/>
              <a:gdLst/>
              <a:ahLst/>
              <a:cxnLst/>
              <a:rect l="l" t="t" r="r" b="b"/>
              <a:pathLst>
                <a:path w="16710" h="5257" extrusionOk="0">
                  <a:moveTo>
                    <a:pt x="7301" y="0"/>
                  </a:moveTo>
                  <a:cubicBezTo>
                    <a:pt x="3363" y="0"/>
                    <a:pt x="0" y="1656"/>
                    <a:pt x="0" y="1656"/>
                  </a:cubicBezTo>
                  <a:cubicBezTo>
                    <a:pt x="4373" y="3898"/>
                    <a:pt x="9937" y="5256"/>
                    <a:pt x="13110" y="5256"/>
                  </a:cubicBezTo>
                  <a:cubicBezTo>
                    <a:pt x="15719" y="5256"/>
                    <a:pt x="16710" y="4337"/>
                    <a:pt x="14085" y="2233"/>
                  </a:cubicBezTo>
                  <a:cubicBezTo>
                    <a:pt x="11982" y="539"/>
                    <a:pt x="9548" y="0"/>
                    <a:pt x="73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376776" flipH="1">
              <a:off x="1673051" y="3634359"/>
              <a:ext cx="458126" cy="457258"/>
            </a:xfrm>
            <a:custGeom>
              <a:avLst/>
              <a:gdLst/>
              <a:ahLst/>
              <a:cxnLst/>
              <a:rect l="l" t="t" r="r" b="b"/>
              <a:pathLst>
                <a:path w="13710" h="13684" extrusionOk="0">
                  <a:moveTo>
                    <a:pt x="5298" y="0"/>
                  </a:moveTo>
                  <a:cubicBezTo>
                    <a:pt x="4185" y="0"/>
                    <a:pt x="3835" y="710"/>
                    <a:pt x="3584" y="976"/>
                  </a:cubicBezTo>
                  <a:cubicBezTo>
                    <a:pt x="3183" y="1402"/>
                    <a:pt x="150" y="2054"/>
                    <a:pt x="75" y="3157"/>
                  </a:cubicBezTo>
                  <a:cubicBezTo>
                    <a:pt x="0" y="4285"/>
                    <a:pt x="11253" y="13357"/>
                    <a:pt x="11930" y="13683"/>
                  </a:cubicBezTo>
                  <a:cubicBezTo>
                    <a:pt x="11930" y="13683"/>
                    <a:pt x="13258" y="12756"/>
                    <a:pt x="13709" y="11753"/>
                  </a:cubicBezTo>
                  <a:cubicBezTo>
                    <a:pt x="13058" y="7267"/>
                    <a:pt x="11830" y="3007"/>
                    <a:pt x="8246" y="1001"/>
                  </a:cubicBezTo>
                  <a:cubicBezTo>
                    <a:pt x="6897" y="252"/>
                    <a:pt x="5962" y="0"/>
                    <a:pt x="52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376776" flipH="1">
              <a:off x="1727081" y="3733750"/>
              <a:ext cx="500831" cy="366434"/>
            </a:xfrm>
            <a:custGeom>
              <a:avLst/>
              <a:gdLst/>
              <a:ahLst/>
              <a:cxnLst/>
              <a:rect l="l" t="t" r="r" b="b"/>
              <a:pathLst>
                <a:path w="14988" h="10966" extrusionOk="0">
                  <a:moveTo>
                    <a:pt x="4290" y="0"/>
                  </a:moveTo>
                  <a:cubicBezTo>
                    <a:pt x="0" y="0"/>
                    <a:pt x="7525" y="7532"/>
                    <a:pt x="14988" y="10965"/>
                  </a:cubicBezTo>
                  <a:cubicBezTo>
                    <a:pt x="14988" y="10965"/>
                    <a:pt x="13083" y="1918"/>
                    <a:pt x="5840" y="213"/>
                  </a:cubicBezTo>
                  <a:cubicBezTo>
                    <a:pt x="5210" y="68"/>
                    <a:pt x="4697" y="0"/>
                    <a:pt x="42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376776" flipH="1">
              <a:off x="1511572" y="3871653"/>
              <a:ext cx="296496" cy="274742"/>
            </a:xfrm>
            <a:custGeom>
              <a:avLst/>
              <a:gdLst/>
              <a:ahLst/>
              <a:cxnLst/>
              <a:rect l="l" t="t" r="r" b="b"/>
              <a:pathLst>
                <a:path w="8873" h="8222" extrusionOk="0">
                  <a:moveTo>
                    <a:pt x="3785" y="1"/>
                  </a:moveTo>
                  <a:cubicBezTo>
                    <a:pt x="3258" y="2482"/>
                    <a:pt x="0" y="4362"/>
                    <a:pt x="0" y="4362"/>
                  </a:cubicBezTo>
                  <a:cubicBezTo>
                    <a:pt x="0" y="4362"/>
                    <a:pt x="3409" y="7996"/>
                    <a:pt x="7920" y="8221"/>
                  </a:cubicBezTo>
                  <a:cubicBezTo>
                    <a:pt x="7694" y="8046"/>
                    <a:pt x="7719" y="4337"/>
                    <a:pt x="8872" y="2031"/>
                  </a:cubicBezTo>
                  <a:lnTo>
                    <a:pt x="8872" y="2031"/>
                  </a:lnTo>
                  <a:cubicBezTo>
                    <a:pt x="8689" y="2093"/>
                    <a:pt x="8490" y="2121"/>
                    <a:pt x="8278" y="2121"/>
                  </a:cubicBezTo>
                  <a:cubicBezTo>
                    <a:pt x="6697" y="2121"/>
                    <a:pt x="4470" y="553"/>
                    <a:pt x="3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3;p2"/>
          <p:cNvGrpSpPr/>
          <p:nvPr/>
        </p:nvGrpSpPr>
        <p:grpSpPr>
          <a:xfrm>
            <a:off x="6726877" y="2429202"/>
            <a:ext cx="2361547" cy="2389462"/>
            <a:chOff x="6726877" y="2429202"/>
            <a:chExt cx="2361547" cy="2389462"/>
          </a:xfrm>
        </p:grpSpPr>
        <p:grpSp>
          <p:nvGrpSpPr>
            <p:cNvPr id="64" name="Google Shape;64;p2"/>
            <p:cNvGrpSpPr/>
            <p:nvPr/>
          </p:nvGrpSpPr>
          <p:grpSpPr>
            <a:xfrm rot="1294701">
              <a:off x="7004782" y="2696235"/>
              <a:ext cx="1805736" cy="1855395"/>
              <a:chOff x="961225" y="311200"/>
              <a:chExt cx="884525" cy="908850"/>
            </a:xfrm>
          </p:grpSpPr>
          <p:sp>
            <p:nvSpPr>
              <p:cNvPr id="65" name="Google Shape;65;p2"/>
              <p:cNvSpPr/>
              <p:nvPr/>
            </p:nvSpPr>
            <p:spPr>
              <a:xfrm>
                <a:off x="961225" y="639725"/>
                <a:ext cx="884525" cy="580325"/>
              </a:xfrm>
              <a:custGeom>
                <a:avLst/>
                <a:gdLst/>
                <a:ahLst/>
                <a:cxnLst/>
                <a:rect l="l" t="t" r="r" b="b"/>
                <a:pathLst>
                  <a:path w="35381" h="23213" extrusionOk="0">
                    <a:moveTo>
                      <a:pt x="16002" y="1"/>
                    </a:moveTo>
                    <a:cubicBezTo>
                      <a:pt x="0" y="1"/>
                      <a:pt x="433" y="23213"/>
                      <a:pt x="16675" y="23213"/>
                    </a:cubicBezTo>
                    <a:cubicBezTo>
                      <a:pt x="16819" y="23213"/>
                      <a:pt x="16964" y="23211"/>
                      <a:pt x="17111" y="23207"/>
                    </a:cubicBezTo>
                    <a:cubicBezTo>
                      <a:pt x="35381" y="22737"/>
                      <a:pt x="33306" y="13"/>
                      <a:pt x="17479" y="13"/>
                    </a:cubicBezTo>
                    <a:cubicBezTo>
                      <a:pt x="17283" y="13"/>
                      <a:pt x="17085" y="17"/>
                      <a:pt x="16885" y="24"/>
                    </a:cubicBezTo>
                    <a:cubicBezTo>
                      <a:pt x="16585" y="9"/>
                      <a:pt x="16291" y="1"/>
                      <a:pt x="160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1032775" y="794875"/>
                <a:ext cx="734875" cy="224075"/>
              </a:xfrm>
              <a:custGeom>
                <a:avLst/>
                <a:gdLst/>
                <a:ahLst/>
                <a:cxnLst/>
                <a:rect l="l" t="t" r="r" b="b"/>
                <a:pathLst>
                  <a:path w="29395" h="8963" extrusionOk="0">
                    <a:moveTo>
                      <a:pt x="1176" y="0"/>
                    </a:moveTo>
                    <a:cubicBezTo>
                      <a:pt x="549" y="0"/>
                      <a:pt x="1" y="807"/>
                      <a:pt x="590" y="1337"/>
                    </a:cubicBezTo>
                    <a:cubicBezTo>
                      <a:pt x="1692" y="2314"/>
                      <a:pt x="665" y="4745"/>
                      <a:pt x="2620" y="5121"/>
                    </a:cubicBezTo>
                    <a:cubicBezTo>
                      <a:pt x="2694" y="5134"/>
                      <a:pt x="2769" y="5140"/>
                      <a:pt x="2845" y="5140"/>
                    </a:cubicBezTo>
                    <a:cubicBezTo>
                      <a:pt x="3500" y="5140"/>
                      <a:pt x="4160" y="4684"/>
                      <a:pt x="4700" y="4369"/>
                    </a:cubicBezTo>
                    <a:cubicBezTo>
                      <a:pt x="5064" y="4155"/>
                      <a:pt x="5336" y="4062"/>
                      <a:pt x="5547" y="4062"/>
                    </a:cubicBezTo>
                    <a:cubicBezTo>
                      <a:pt x="6150" y="4062"/>
                      <a:pt x="6265" y="4819"/>
                      <a:pt x="6655" y="5673"/>
                    </a:cubicBezTo>
                    <a:cubicBezTo>
                      <a:pt x="7063" y="6563"/>
                      <a:pt x="7616" y="6986"/>
                      <a:pt x="8269" y="6986"/>
                    </a:cubicBezTo>
                    <a:cubicBezTo>
                      <a:pt x="8738" y="6986"/>
                      <a:pt x="9258" y="6768"/>
                      <a:pt x="9813" y="6349"/>
                    </a:cubicBezTo>
                    <a:cubicBezTo>
                      <a:pt x="10434" y="5884"/>
                      <a:pt x="10814" y="5571"/>
                      <a:pt x="11141" y="5571"/>
                    </a:cubicBezTo>
                    <a:cubicBezTo>
                      <a:pt x="11446" y="5571"/>
                      <a:pt x="11705" y="5846"/>
                      <a:pt x="12068" y="6525"/>
                    </a:cubicBezTo>
                    <a:cubicBezTo>
                      <a:pt x="12369" y="7101"/>
                      <a:pt x="12770" y="7828"/>
                      <a:pt x="13397" y="8054"/>
                    </a:cubicBezTo>
                    <a:cubicBezTo>
                      <a:pt x="13591" y="8130"/>
                      <a:pt x="13783" y="8166"/>
                      <a:pt x="13970" y="8166"/>
                    </a:cubicBezTo>
                    <a:cubicBezTo>
                      <a:pt x="14337" y="8166"/>
                      <a:pt x="14685" y="8027"/>
                      <a:pt x="15001" y="7778"/>
                    </a:cubicBezTo>
                    <a:cubicBezTo>
                      <a:pt x="15578" y="7335"/>
                      <a:pt x="16215" y="6257"/>
                      <a:pt x="16831" y="6257"/>
                    </a:cubicBezTo>
                    <a:cubicBezTo>
                      <a:pt x="17017" y="6257"/>
                      <a:pt x="17201" y="6356"/>
                      <a:pt x="17382" y="6600"/>
                    </a:cubicBezTo>
                    <a:cubicBezTo>
                      <a:pt x="18031" y="7505"/>
                      <a:pt x="18680" y="8672"/>
                      <a:pt x="19692" y="8672"/>
                    </a:cubicBezTo>
                    <a:cubicBezTo>
                      <a:pt x="19970" y="8672"/>
                      <a:pt x="20275" y="8584"/>
                      <a:pt x="20615" y="8379"/>
                    </a:cubicBezTo>
                    <a:cubicBezTo>
                      <a:pt x="21009" y="8139"/>
                      <a:pt x="21995" y="6540"/>
                      <a:pt x="22640" y="6540"/>
                    </a:cubicBezTo>
                    <a:cubicBezTo>
                      <a:pt x="22733" y="6540"/>
                      <a:pt x="22819" y="6574"/>
                      <a:pt x="22895" y="6650"/>
                    </a:cubicBezTo>
                    <a:cubicBezTo>
                      <a:pt x="23572" y="7352"/>
                      <a:pt x="23923" y="8154"/>
                      <a:pt x="24725" y="8705"/>
                    </a:cubicBezTo>
                    <a:cubicBezTo>
                      <a:pt x="24986" y="8886"/>
                      <a:pt x="25228" y="8963"/>
                      <a:pt x="25454" y="8963"/>
                    </a:cubicBezTo>
                    <a:cubicBezTo>
                      <a:pt x="26705" y="8963"/>
                      <a:pt x="27487" y="6608"/>
                      <a:pt x="28484" y="6374"/>
                    </a:cubicBezTo>
                    <a:cubicBezTo>
                      <a:pt x="29394" y="6141"/>
                      <a:pt x="29110" y="4823"/>
                      <a:pt x="28258" y="4823"/>
                    </a:cubicBezTo>
                    <a:cubicBezTo>
                      <a:pt x="28195" y="4823"/>
                      <a:pt x="28128" y="4830"/>
                      <a:pt x="28058" y="4846"/>
                    </a:cubicBezTo>
                    <a:cubicBezTo>
                      <a:pt x="27407" y="5021"/>
                      <a:pt x="27006" y="5422"/>
                      <a:pt x="26580" y="5948"/>
                    </a:cubicBezTo>
                    <a:cubicBezTo>
                      <a:pt x="26053" y="6562"/>
                      <a:pt x="25746" y="6882"/>
                      <a:pt x="25436" y="6882"/>
                    </a:cubicBezTo>
                    <a:cubicBezTo>
                      <a:pt x="25126" y="6882"/>
                      <a:pt x="24813" y="6562"/>
                      <a:pt x="24274" y="5898"/>
                    </a:cubicBezTo>
                    <a:cubicBezTo>
                      <a:pt x="23727" y="5221"/>
                      <a:pt x="23171" y="4842"/>
                      <a:pt x="22574" y="4842"/>
                    </a:cubicBezTo>
                    <a:cubicBezTo>
                      <a:pt x="22132" y="4842"/>
                      <a:pt x="21667" y="5050"/>
                      <a:pt x="21166" y="5497"/>
                    </a:cubicBezTo>
                    <a:cubicBezTo>
                      <a:pt x="20648" y="5981"/>
                      <a:pt x="20260" y="6811"/>
                      <a:pt x="19757" y="6811"/>
                    </a:cubicBezTo>
                    <a:cubicBezTo>
                      <a:pt x="19531" y="6811"/>
                      <a:pt x="19281" y="6642"/>
                      <a:pt x="18986" y="6199"/>
                    </a:cubicBezTo>
                    <a:cubicBezTo>
                      <a:pt x="18610" y="5623"/>
                      <a:pt x="18159" y="4795"/>
                      <a:pt x="17457" y="4570"/>
                    </a:cubicBezTo>
                    <a:cubicBezTo>
                      <a:pt x="17273" y="4506"/>
                      <a:pt x="17091" y="4475"/>
                      <a:pt x="16913" y="4475"/>
                    </a:cubicBezTo>
                    <a:cubicBezTo>
                      <a:pt x="16533" y="4475"/>
                      <a:pt x="16169" y="4615"/>
                      <a:pt x="15828" y="4871"/>
                    </a:cubicBezTo>
                    <a:cubicBezTo>
                      <a:pt x="15335" y="5265"/>
                      <a:pt x="14626" y="6386"/>
                      <a:pt x="14053" y="6386"/>
                    </a:cubicBezTo>
                    <a:cubicBezTo>
                      <a:pt x="13897" y="6386"/>
                      <a:pt x="13751" y="6303"/>
                      <a:pt x="13622" y="6099"/>
                    </a:cubicBezTo>
                    <a:cubicBezTo>
                      <a:pt x="13177" y="5387"/>
                      <a:pt x="12515" y="3628"/>
                      <a:pt x="11390" y="3628"/>
                    </a:cubicBezTo>
                    <a:cubicBezTo>
                      <a:pt x="11248" y="3628"/>
                      <a:pt x="11098" y="3656"/>
                      <a:pt x="10941" y="3718"/>
                    </a:cubicBezTo>
                    <a:cubicBezTo>
                      <a:pt x="10289" y="3993"/>
                      <a:pt x="9763" y="4394"/>
                      <a:pt x="9211" y="4846"/>
                    </a:cubicBezTo>
                    <a:cubicBezTo>
                      <a:pt x="8913" y="5091"/>
                      <a:pt x="8679" y="5193"/>
                      <a:pt x="8490" y="5193"/>
                    </a:cubicBezTo>
                    <a:cubicBezTo>
                      <a:pt x="7869" y="5193"/>
                      <a:pt x="7733" y="4086"/>
                      <a:pt x="7407" y="3317"/>
                    </a:cubicBezTo>
                    <a:cubicBezTo>
                      <a:pt x="7058" y="2566"/>
                      <a:pt x="6523" y="2289"/>
                      <a:pt x="5929" y="2289"/>
                    </a:cubicBezTo>
                    <a:cubicBezTo>
                      <a:pt x="5411" y="2289"/>
                      <a:pt x="4849" y="2499"/>
                      <a:pt x="4324" y="2790"/>
                    </a:cubicBezTo>
                    <a:cubicBezTo>
                      <a:pt x="3873" y="3041"/>
                      <a:pt x="3447" y="3342"/>
                      <a:pt x="2945" y="3542"/>
                    </a:cubicBezTo>
                    <a:cubicBezTo>
                      <a:pt x="2941" y="3544"/>
                      <a:pt x="2936" y="3545"/>
                      <a:pt x="2931" y="3545"/>
                    </a:cubicBezTo>
                    <a:cubicBezTo>
                      <a:pt x="2759" y="3545"/>
                      <a:pt x="2569" y="2261"/>
                      <a:pt x="2544" y="2139"/>
                    </a:cubicBezTo>
                    <a:cubicBezTo>
                      <a:pt x="2419" y="1437"/>
                      <a:pt x="2244" y="735"/>
                      <a:pt x="1692" y="209"/>
                    </a:cubicBezTo>
                    <a:cubicBezTo>
                      <a:pt x="1529" y="62"/>
                      <a:pt x="1350" y="0"/>
                      <a:pt x="11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071725" y="725525"/>
                <a:ext cx="672550" cy="134525"/>
              </a:xfrm>
              <a:custGeom>
                <a:avLst/>
                <a:gdLst/>
                <a:ahLst/>
                <a:cxnLst/>
                <a:rect l="l" t="t" r="r" b="b"/>
                <a:pathLst>
                  <a:path w="26902" h="5381" extrusionOk="0">
                    <a:moveTo>
                      <a:pt x="691" y="0"/>
                    </a:moveTo>
                    <a:cubicBezTo>
                      <a:pt x="283" y="0"/>
                      <a:pt x="1" y="672"/>
                      <a:pt x="435" y="1003"/>
                    </a:cubicBezTo>
                    <a:cubicBezTo>
                      <a:pt x="5755" y="4867"/>
                      <a:pt x="12813" y="5380"/>
                      <a:pt x="19528" y="5380"/>
                    </a:cubicBezTo>
                    <a:cubicBezTo>
                      <a:pt x="21828" y="5380"/>
                      <a:pt x="24089" y="5320"/>
                      <a:pt x="26225" y="5314"/>
                    </a:cubicBezTo>
                    <a:cubicBezTo>
                      <a:pt x="26901" y="5314"/>
                      <a:pt x="26901" y="4286"/>
                      <a:pt x="26225" y="4286"/>
                    </a:cubicBezTo>
                    <a:cubicBezTo>
                      <a:pt x="24079" y="4286"/>
                      <a:pt x="21804" y="4348"/>
                      <a:pt x="19490" y="4348"/>
                    </a:cubicBezTo>
                    <a:cubicBezTo>
                      <a:pt x="12965" y="4348"/>
                      <a:pt x="6123" y="3856"/>
                      <a:pt x="961" y="101"/>
                    </a:cubicBezTo>
                    <a:cubicBezTo>
                      <a:pt x="869" y="31"/>
                      <a:pt x="777" y="0"/>
                      <a:pt x="6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007000" y="951450"/>
                <a:ext cx="7247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8990" h="5588" extrusionOk="0">
                    <a:moveTo>
                      <a:pt x="799" y="1"/>
                    </a:moveTo>
                    <a:cubicBezTo>
                      <a:pt x="318" y="1"/>
                      <a:pt x="0" y="705"/>
                      <a:pt x="518" y="964"/>
                    </a:cubicBezTo>
                    <a:cubicBezTo>
                      <a:pt x="8065" y="4636"/>
                      <a:pt x="16932" y="5588"/>
                      <a:pt x="25333" y="5588"/>
                    </a:cubicBezTo>
                    <a:cubicBezTo>
                      <a:pt x="26334" y="5588"/>
                      <a:pt x="27328" y="5574"/>
                      <a:pt x="28312" y="5550"/>
                    </a:cubicBezTo>
                    <a:cubicBezTo>
                      <a:pt x="28981" y="5525"/>
                      <a:pt x="28989" y="4497"/>
                      <a:pt x="28336" y="4497"/>
                    </a:cubicBezTo>
                    <a:cubicBezTo>
                      <a:pt x="28328" y="4497"/>
                      <a:pt x="28320" y="4497"/>
                      <a:pt x="28312" y="4497"/>
                    </a:cubicBezTo>
                    <a:cubicBezTo>
                      <a:pt x="27286" y="4523"/>
                      <a:pt x="26249" y="4538"/>
                      <a:pt x="25204" y="4538"/>
                    </a:cubicBezTo>
                    <a:cubicBezTo>
                      <a:pt x="17020" y="4538"/>
                      <a:pt x="8401" y="3640"/>
                      <a:pt x="1044" y="61"/>
                    </a:cubicBezTo>
                    <a:cubicBezTo>
                      <a:pt x="960" y="19"/>
                      <a:pt x="878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135225" y="921025"/>
                <a:ext cx="507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54" extrusionOk="0">
                    <a:moveTo>
                      <a:pt x="1028" y="0"/>
                    </a:moveTo>
                    <a:cubicBezTo>
                      <a:pt x="0" y="0"/>
                      <a:pt x="0" y="1554"/>
                      <a:pt x="1028" y="1554"/>
                    </a:cubicBezTo>
                    <a:cubicBezTo>
                      <a:pt x="2030" y="1554"/>
                      <a:pt x="2030" y="0"/>
                      <a:pt x="1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276200" y="961125"/>
                <a:ext cx="507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54" extrusionOk="0">
                    <a:moveTo>
                      <a:pt x="1028" y="0"/>
                    </a:moveTo>
                    <a:cubicBezTo>
                      <a:pt x="0" y="0"/>
                      <a:pt x="0" y="1554"/>
                      <a:pt x="1028" y="1554"/>
                    </a:cubicBezTo>
                    <a:cubicBezTo>
                      <a:pt x="2031" y="1554"/>
                      <a:pt x="2031" y="0"/>
                      <a:pt x="1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427825" y="981800"/>
                <a:ext cx="50775" cy="38875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55" extrusionOk="0">
                    <a:moveTo>
                      <a:pt x="1003" y="0"/>
                    </a:moveTo>
                    <a:cubicBezTo>
                      <a:pt x="1" y="0"/>
                      <a:pt x="1" y="1554"/>
                      <a:pt x="1003" y="1554"/>
                    </a:cubicBezTo>
                    <a:cubicBezTo>
                      <a:pt x="2031" y="1554"/>
                      <a:pt x="2031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573825" y="995575"/>
                <a:ext cx="50775" cy="39500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80" extrusionOk="0">
                    <a:moveTo>
                      <a:pt x="1028" y="1"/>
                    </a:moveTo>
                    <a:cubicBezTo>
                      <a:pt x="0" y="1"/>
                      <a:pt x="0" y="1580"/>
                      <a:pt x="1028" y="1580"/>
                    </a:cubicBezTo>
                    <a:cubicBezTo>
                      <a:pt x="2030" y="1580"/>
                      <a:pt x="2030" y="1"/>
                      <a:pt x="10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640225" y="896575"/>
                <a:ext cx="50800" cy="38875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1555" extrusionOk="0">
                    <a:moveTo>
                      <a:pt x="1003" y="1"/>
                    </a:moveTo>
                    <a:cubicBezTo>
                      <a:pt x="1" y="1"/>
                      <a:pt x="1" y="1555"/>
                      <a:pt x="1003" y="1555"/>
                    </a:cubicBezTo>
                    <a:cubicBezTo>
                      <a:pt x="2031" y="1555"/>
                      <a:pt x="2031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503025" y="891575"/>
                <a:ext cx="50150" cy="38875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1555" extrusionOk="0">
                    <a:moveTo>
                      <a:pt x="1003" y="0"/>
                    </a:moveTo>
                    <a:cubicBezTo>
                      <a:pt x="0" y="0"/>
                      <a:pt x="0" y="1554"/>
                      <a:pt x="1003" y="1554"/>
                    </a:cubicBezTo>
                    <a:cubicBezTo>
                      <a:pt x="2005" y="1554"/>
                      <a:pt x="2005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362050" y="879025"/>
                <a:ext cx="50150" cy="39500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1580" extrusionOk="0">
                    <a:moveTo>
                      <a:pt x="1003" y="1"/>
                    </a:moveTo>
                    <a:cubicBezTo>
                      <a:pt x="0" y="1"/>
                      <a:pt x="0" y="1580"/>
                      <a:pt x="1003" y="1580"/>
                    </a:cubicBezTo>
                    <a:cubicBezTo>
                      <a:pt x="2005" y="1580"/>
                      <a:pt x="2005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234850" y="852725"/>
                <a:ext cx="50150" cy="39500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1580" extrusionOk="0">
                    <a:moveTo>
                      <a:pt x="1003" y="0"/>
                    </a:moveTo>
                    <a:cubicBezTo>
                      <a:pt x="0" y="0"/>
                      <a:pt x="0" y="1579"/>
                      <a:pt x="1003" y="1579"/>
                    </a:cubicBezTo>
                    <a:cubicBezTo>
                      <a:pt x="2005" y="1579"/>
                      <a:pt x="2005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172363" y="686820"/>
                <a:ext cx="488658" cy="105819"/>
              </a:xfrm>
              <a:custGeom>
                <a:avLst/>
                <a:gdLst/>
                <a:ahLst/>
                <a:cxnLst/>
                <a:rect l="l" t="t" r="r" b="b"/>
                <a:pathLst>
                  <a:path w="25098" h="5435" extrusionOk="0">
                    <a:moveTo>
                      <a:pt x="1122" y="0"/>
                    </a:moveTo>
                    <a:cubicBezTo>
                      <a:pt x="452" y="0"/>
                      <a:pt x="0" y="1030"/>
                      <a:pt x="739" y="1473"/>
                    </a:cubicBezTo>
                    <a:cubicBezTo>
                      <a:pt x="5633" y="4377"/>
                      <a:pt x="11527" y="5435"/>
                      <a:pt x="17312" y="5435"/>
                    </a:cubicBezTo>
                    <a:cubicBezTo>
                      <a:pt x="19614" y="5435"/>
                      <a:pt x="21900" y="5267"/>
                      <a:pt x="24098" y="4982"/>
                    </a:cubicBezTo>
                    <a:cubicBezTo>
                      <a:pt x="25055" y="4862"/>
                      <a:pt x="25098" y="3418"/>
                      <a:pt x="24228" y="3418"/>
                    </a:cubicBezTo>
                    <a:cubicBezTo>
                      <a:pt x="24186" y="3418"/>
                      <a:pt x="24143" y="3421"/>
                      <a:pt x="24098" y="3428"/>
                    </a:cubicBezTo>
                    <a:cubicBezTo>
                      <a:pt x="21919" y="3706"/>
                      <a:pt x="19654" y="3872"/>
                      <a:pt x="17375" y="3872"/>
                    </a:cubicBezTo>
                    <a:cubicBezTo>
                      <a:pt x="11842" y="3872"/>
                      <a:pt x="6220" y="2889"/>
                      <a:pt x="1516" y="119"/>
                    </a:cubicBezTo>
                    <a:cubicBezTo>
                      <a:pt x="1381" y="36"/>
                      <a:pt x="1248" y="0"/>
                      <a:pt x="1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090695" y="1029472"/>
                <a:ext cx="536639" cy="119577"/>
              </a:xfrm>
              <a:custGeom>
                <a:avLst/>
                <a:gdLst/>
                <a:ahLst/>
                <a:cxnLst/>
                <a:rect l="l" t="t" r="r" b="b"/>
                <a:pathLst>
                  <a:path w="26662" h="5941" extrusionOk="0">
                    <a:moveTo>
                      <a:pt x="1166" y="1"/>
                    </a:moveTo>
                    <a:cubicBezTo>
                      <a:pt x="455" y="1"/>
                      <a:pt x="1" y="1047"/>
                      <a:pt x="771" y="1454"/>
                    </a:cubicBezTo>
                    <a:cubicBezTo>
                      <a:pt x="8516" y="5489"/>
                      <a:pt x="17087" y="5940"/>
                      <a:pt x="25659" y="5940"/>
                    </a:cubicBezTo>
                    <a:cubicBezTo>
                      <a:pt x="26661" y="5940"/>
                      <a:pt x="26661" y="4386"/>
                      <a:pt x="25659" y="4386"/>
                    </a:cubicBezTo>
                    <a:cubicBezTo>
                      <a:pt x="17388" y="4386"/>
                      <a:pt x="9042" y="4011"/>
                      <a:pt x="1548" y="101"/>
                    </a:cubicBezTo>
                    <a:cubicBezTo>
                      <a:pt x="1417" y="31"/>
                      <a:pt x="1288" y="1"/>
                      <a:pt x="1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328825" y="493075"/>
                <a:ext cx="261950" cy="156025"/>
              </a:xfrm>
              <a:custGeom>
                <a:avLst/>
                <a:gdLst/>
                <a:ahLst/>
                <a:cxnLst/>
                <a:rect l="l" t="t" r="r" b="b"/>
                <a:pathLst>
                  <a:path w="10478" h="6241" extrusionOk="0">
                    <a:moveTo>
                      <a:pt x="4011" y="0"/>
                    </a:moveTo>
                    <a:cubicBezTo>
                      <a:pt x="1" y="0"/>
                      <a:pt x="1429" y="1504"/>
                      <a:pt x="1354" y="6015"/>
                    </a:cubicBezTo>
                    <a:lnTo>
                      <a:pt x="7194" y="6241"/>
                    </a:lnTo>
                    <a:cubicBezTo>
                      <a:pt x="8246" y="2406"/>
                      <a:pt x="10477" y="0"/>
                      <a:pt x="40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316300" y="583300"/>
                <a:ext cx="231225" cy="85850"/>
              </a:xfrm>
              <a:custGeom>
                <a:avLst/>
                <a:gdLst/>
                <a:ahLst/>
                <a:cxnLst/>
                <a:rect l="l" t="t" r="r" b="b"/>
                <a:pathLst>
                  <a:path w="9249" h="3434" extrusionOk="0">
                    <a:moveTo>
                      <a:pt x="1028" y="0"/>
                    </a:moveTo>
                    <a:lnTo>
                      <a:pt x="1" y="2281"/>
                    </a:lnTo>
                    <a:cubicBezTo>
                      <a:pt x="928" y="2682"/>
                      <a:pt x="2006" y="2958"/>
                      <a:pt x="3209" y="3158"/>
                    </a:cubicBezTo>
                    <a:cubicBezTo>
                      <a:pt x="4387" y="3334"/>
                      <a:pt x="5665" y="3434"/>
                      <a:pt x="6868" y="3434"/>
                    </a:cubicBezTo>
                    <a:cubicBezTo>
                      <a:pt x="7695" y="3434"/>
                      <a:pt x="8522" y="3384"/>
                      <a:pt x="9249" y="3309"/>
                    </a:cubicBezTo>
                    <a:lnTo>
                      <a:pt x="8948" y="802"/>
                    </a:lnTo>
                    <a:cubicBezTo>
                      <a:pt x="8321" y="877"/>
                      <a:pt x="7620" y="928"/>
                      <a:pt x="6868" y="928"/>
                    </a:cubicBezTo>
                    <a:cubicBezTo>
                      <a:pt x="5790" y="928"/>
                      <a:pt x="4637" y="852"/>
                      <a:pt x="3584" y="677"/>
                    </a:cubicBezTo>
                    <a:cubicBezTo>
                      <a:pt x="2557" y="527"/>
                      <a:pt x="1630" y="276"/>
                      <a:pt x="10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386850" y="311200"/>
                <a:ext cx="200775" cy="232400"/>
              </a:xfrm>
              <a:custGeom>
                <a:avLst/>
                <a:gdLst/>
                <a:ahLst/>
                <a:cxnLst/>
                <a:rect l="l" t="t" r="r" b="b"/>
                <a:pathLst>
                  <a:path w="8031" h="9296" extrusionOk="0">
                    <a:moveTo>
                      <a:pt x="3610" y="941"/>
                    </a:moveTo>
                    <a:cubicBezTo>
                      <a:pt x="4201" y="941"/>
                      <a:pt x="4597" y="1705"/>
                      <a:pt x="4597" y="2263"/>
                    </a:cubicBezTo>
                    <a:cubicBezTo>
                      <a:pt x="4622" y="3015"/>
                      <a:pt x="4321" y="3817"/>
                      <a:pt x="4046" y="4518"/>
                    </a:cubicBezTo>
                    <a:cubicBezTo>
                      <a:pt x="3690" y="5496"/>
                      <a:pt x="3221" y="6436"/>
                      <a:pt x="2746" y="7365"/>
                    </a:cubicBezTo>
                    <a:lnTo>
                      <a:pt x="2746" y="7365"/>
                    </a:lnTo>
                    <a:cubicBezTo>
                      <a:pt x="2671" y="6523"/>
                      <a:pt x="2559" y="5677"/>
                      <a:pt x="2492" y="4819"/>
                    </a:cubicBezTo>
                    <a:cubicBezTo>
                      <a:pt x="2417" y="3791"/>
                      <a:pt x="2116" y="1812"/>
                      <a:pt x="3118" y="1110"/>
                    </a:cubicBezTo>
                    <a:cubicBezTo>
                      <a:pt x="3293" y="992"/>
                      <a:pt x="3458" y="941"/>
                      <a:pt x="3610" y="941"/>
                    </a:cubicBezTo>
                    <a:close/>
                    <a:moveTo>
                      <a:pt x="3660" y="0"/>
                    </a:moveTo>
                    <a:cubicBezTo>
                      <a:pt x="0" y="0"/>
                      <a:pt x="1716" y="6488"/>
                      <a:pt x="1765" y="8604"/>
                    </a:cubicBezTo>
                    <a:cubicBezTo>
                      <a:pt x="1765" y="8927"/>
                      <a:pt x="2005" y="9095"/>
                      <a:pt x="2256" y="9110"/>
                    </a:cubicBezTo>
                    <a:lnTo>
                      <a:pt x="2256" y="9110"/>
                    </a:lnTo>
                    <a:cubicBezTo>
                      <a:pt x="2364" y="9224"/>
                      <a:pt x="2517" y="9295"/>
                      <a:pt x="2666" y="9295"/>
                    </a:cubicBezTo>
                    <a:cubicBezTo>
                      <a:pt x="2822" y="9295"/>
                      <a:pt x="2974" y="9217"/>
                      <a:pt x="3068" y="9030"/>
                    </a:cubicBezTo>
                    <a:cubicBezTo>
                      <a:pt x="3820" y="7526"/>
                      <a:pt x="8031" y="233"/>
                      <a:pt x="3870" y="7"/>
                    </a:cubicBezTo>
                    <a:cubicBezTo>
                      <a:pt x="3798" y="2"/>
                      <a:pt x="3728" y="0"/>
                      <a:pt x="36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" name="Google Shape;82;p2"/>
            <p:cNvSpPr/>
            <p:nvPr/>
          </p:nvSpPr>
          <p:spPr>
            <a:xfrm>
              <a:off x="7300966" y="3491252"/>
              <a:ext cx="86544" cy="68165"/>
            </a:xfrm>
            <a:custGeom>
              <a:avLst/>
              <a:gdLst/>
              <a:ahLst/>
              <a:cxnLst/>
              <a:rect l="l" t="t" r="r" b="b"/>
              <a:pathLst>
                <a:path w="2006" h="1580" extrusionOk="0">
                  <a:moveTo>
                    <a:pt x="1003" y="0"/>
                  </a:moveTo>
                  <a:cubicBezTo>
                    <a:pt x="0" y="0"/>
                    <a:pt x="0" y="1579"/>
                    <a:pt x="1003" y="1579"/>
                  </a:cubicBezTo>
                  <a:cubicBezTo>
                    <a:pt x="2005" y="1579"/>
                    <a:pt x="2005" y="0"/>
                    <a:pt x="1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2"/>
          <p:cNvGrpSpPr/>
          <p:nvPr/>
        </p:nvGrpSpPr>
        <p:grpSpPr>
          <a:xfrm>
            <a:off x="8393050" y="4392815"/>
            <a:ext cx="424193" cy="496557"/>
            <a:chOff x="5827575" y="3641525"/>
            <a:chExt cx="202450" cy="236975"/>
          </a:xfrm>
        </p:grpSpPr>
        <p:sp>
          <p:nvSpPr>
            <p:cNvPr id="84" name="Google Shape;84;p2"/>
            <p:cNvSpPr/>
            <p:nvPr/>
          </p:nvSpPr>
          <p:spPr>
            <a:xfrm>
              <a:off x="5942475" y="3641525"/>
              <a:ext cx="87550" cy="5842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" name="Google Shape;86;p2"/>
          <p:cNvGrpSpPr/>
          <p:nvPr/>
        </p:nvGrpSpPr>
        <p:grpSpPr>
          <a:xfrm rot="-10285185">
            <a:off x="361433" y="282991"/>
            <a:ext cx="424183" cy="496545"/>
            <a:chOff x="5827575" y="3641525"/>
            <a:chExt cx="202450" cy="236975"/>
          </a:xfrm>
        </p:grpSpPr>
        <p:sp>
          <p:nvSpPr>
            <p:cNvPr id="87" name="Google Shape;87;p2"/>
            <p:cNvSpPr/>
            <p:nvPr/>
          </p:nvSpPr>
          <p:spPr>
            <a:xfrm>
              <a:off x="5942475" y="3641525"/>
              <a:ext cx="87550" cy="5842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2"/>
          <p:cNvSpPr/>
          <p:nvPr/>
        </p:nvSpPr>
        <p:spPr>
          <a:xfrm>
            <a:off x="479492" y="4377086"/>
            <a:ext cx="260546" cy="398110"/>
          </a:xfrm>
          <a:custGeom>
            <a:avLst/>
            <a:gdLst/>
            <a:ahLst/>
            <a:cxnLst/>
            <a:rect l="l" t="t" r="r" b="b"/>
            <a:pathLst>
              <a:path w="7595" h="11605" extrusionOk="0">
                <a:moveTo>
                  <a:pt x="2155" y="0"/>
                </a:moveTo>
                <a:cubicBezTo>
                  <a:pt x="2406" y="2507"/>
                  <a:pt x="2506" y="5940"/>
                  <a:pt x="0" y="6943"/>
                </a:cubicBezTo>
                <a:cubicBezTo>
                  <a:pt x="2757" y="6943"/>
                  <a:pt x="4336" y="9123"/>
                  <a:pt x="5589" y="11604"/>
                </a:cubicBezTo>
                <a:cubicBezTo>
                  <a:pt x="5589" y="9123"/>
                  <a:pt x="5338" y="6617"/>
                  <a:pt x="7594" y="5113"/>
                </a:cubicBezTo>
                <a:lnTo>
                  <a:pt x="7594" y="5113"/>
                </a:lnTo>
                <a:cubicBezTo>
                  <a:pt x="7536" y="5115"/>
                  <a:pt x="7479" y="5116"/>
                  <a:pt x="7423" y="5116"/>
                </a:cubicBezTo>
                <a:cubicBezTo>
                  <a:pt x="4895" y="5116"/>
                  <a:pt x="3381" y="2942"/>
                  <a:pt x="215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353510" y="4775192"/>
            <a:ext cx="119251" cy="80225"/>
          </a:xfrm>
          <a:custGeom>
            <a:avLst/>
            <a:gdLst/>
            <a:ahLst/>
            <a:cxnLst/>
            <a:rect l="l" t="t" r="r" b="b"/>
            <a:pathLst>
              <a:path w="3511" h="2362" extrusionOk="0">
                <a:moveTo>
                  <a:pt x="1689" y="1"/>
                </a:moveTo>
                <a:cubicBezTo>
                  <a:pt x="191" y="1"/>
                  <a:pt x="0" y="2337"/>
                  <a:pt x="1907" y="2361"/>
                </a:cubicBezTo>
                <a:cubicBezTo>
                  <a:pt x="3335" y="2361"/>
                  <a:pt x="3511" y="55"/>
                  <a:pt x="1806" y="5"/>
                </a:cubicBezTo>
                <a:cubicBezTo>
                  <a:pt x="1766" y="2"/>
                  <a:pt x="1727" y="1"/>
                  <a:pt x="16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 rot="-2430099" flipH="1">
            <a:off x="8283998" y="325010"/>
            <a:ext cx="260546" cy="398108"/>
          </a:xfrm>
          <a:custGeom>
            <a:avLst/>
            <a:gdLst/>
            <a:ahLst/>
            <a:cxnLst/>
            <a:rect l="l" t="t" r="r" b="b"/>
            <a:pathLst>
              <a:path w="7595" h="11605" extrusionOk="0">
                <a:moveTo>
                  <a:pt x="2155" y="0"/>
                </a:moveTo>
                <a:cubicBezTo>
                  <a:pt x="2406" y="2507"/>
                  <a:pt x="2506" y="5940"/>
                  <a:pt x="0" y="6943"/>
                </a:cubicBezTo>
                <a:cubicBezTo>
                  <a:pt x="2757" y="6943"/>
                  <a:pt x="4336" y="9123"/>
                  <a:pt x="5589" y="11604"/>
                </a:cubicBezTo>
                <a:cubicBezTo>
                  <a:pt x="5589" y="9123"/>
                  <a:pt x="5338" y="6617"/>
                  <a:pt x="7594" y="5113"/>
                </a:cubicBezTo>
                <a:lnTo>
                  <a:pt x="7594" y="5113"/>
                </a:lnTo>
                <a:cubicBezTo>
                  <a:pt x="7536" y="5115"/>
                  <a:pt x="7479" y="5116"/>
                  <a:pt x="7423" y="5116"/>
                </a:cubicBezTo>
                <a:cubicBezTo>
                  <a:pt x="4895" y="5116"/>
                  <a:pt x="3381" y="2942"/>
                  <a:pt x="215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 rot="-2430259" flipH="1">
            <a:off x="8659499" y="538097"/>
            <a:ext cx="119249" cy="80224"/>
          </a:xfrm>
          <a:custGeom>
            <a:avLst/>
            <a:gdLst/>
            <a:ahLst/>
            <a:cxnLst/>
            <a:rect l="l" t="t" r="r" b="b"/>
            <a:pathLst>
              <a:path w="3511" h="2362" extrusionOk="0">
                <a:moveTo>
                  <a:pt x="1689" y="1"/>
                </a:moveTo>
                <a:cubicBezTo>
                  <a:pt x="191" y="1"/>
                  <a:pt x="0" y="2337"/>
                  <a:pt x="1907" y="2361"/>
                </a:cubicBezTo>
                <a:cubicBezTo>
                  <a:pt x="3335" y="2361"/>
                  <a:pt x="3511" y="55"/>
                  <a:pt x="1806" y="5"/>
                </a:cubicBezTo>
                <a:cubicBezTo>
                  <a:pt x="1766" y="2"/>
                  <a:pt x="1727" y="1"/>
                  <a:pt x="16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ctrTitle"/>
          </p:nvPr>
        </p:nvSpPr>
        <p:spPr>
          <a:xfrm>
            <a:off x="1384650" y="1354600"/>
            <a:ext cx="6374700" cy="19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subTitle" idx="1"/>
          </p:nvPr>
        </p:nvSpPr>
        <p:spPr>
          <a:xfrm>
            <a:off x="2473050" y="3421893"/>
            <a:ext cx="41979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 txBox="1">
            <a:spLocks noGrp="1"/>
          </p:cNvSpPr>
          <p:nvPr>
            <p:ph type="title"/>
          </p:nvPr>
        </p:nvSpPr>
        <p:spPr>
          <a:xfrm>
            <a:off x="2301299" y="1545750"/>
            <a:ext cx="4541400" cy="20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 point 2">
  <p:cSld name="CUSTOM_2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16"/>
          <p:cNvGrpSpPr/>
          <p:nvPr/>
        </p:nvGrpSpPr>
        <p:grpSpPr>
          <a:xfrm rot="2199938">
            <a:off x="6911763" y="-445232"/>
            <a:ext cx="1641243" cy="1466815"/>
            <a:chOff x="3536075" y="659925"/>
            <a:chExt cx="2759951" cy="2466630"/>
          </a:xfrm>
        </p:grpSpPr>
        <p:sp>
          <p:nvSpPr>
            <p:cNvPr id="410" name="Google Shape;410;p16"/>
            <p:cNvSpPr/>
            <p:nvPr/>
          </p:nvSpPr>
          <p:spPr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5543270" y="1138937"/>
              <a:ext cx="752756" cy="908952"/>
            </a:xfrm>
            <a:custGeom>
              <a:avLst/>
              <a:gdLst/>
              <a:ahLst/>
              <a:cxnLst/>
              <a:rect l="l" t="t" r="r" b="b"/>
              <a:pathLst>
                <a:path w="16535" h="19966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3789649" y="1929754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16"/>
          <p:cNvGrpSpPr/>
          <p:nvPr/>
        </p:nvGrpSpPr>
        <p:grpSpPr>
          <a:xfrm rot="-2199938" flipH="1">
            <a:off x="672888" y="-445232"/>
            <a:ext cx="1641243" cy="1466815"/>
            <a:chOff x="3536075" y="659925"/>
            <a:chExt cx="2759951" cy="2466630"/>
          </a:xfrm>
        </p:grpSpPr>
        <p:sp>
          <p:nvSpPr>
            <p:cNvPr id="422" name="Google Shape;422;p16"/>
            <p:cNvSpPr/>
            <p:nvPr/>
          </p:nvSpPr>
          <p:spPr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5543270" y="1138937"/>
              <a:ext cx="752756" cy="908952"/>
            </a:xfrm>
            <a:custGeom>
              <a:avLst/>
              <a:gdLst/>
              <a:ahLst/>
              <a:cxnLst/>
              <a:rect l="l" t="t" r="r" b="b"/>
              <a:pathLst>
                <a:path w="16535" h="19966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3789649" y="1929754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3" name="Google Shape;433;p16"/>
          <p:cNvSpPr/>
          <p:nvPr/>
        </p:nvSpPr>
        <p:spPr>
          <a:xfrm flipH="1">
            <a:off x="7848598" y="3415023"/>
            <a:ext cx="1504976" cy="1695353"/>
          </a:xfrm>
          <a:custGeom>
            <a:avLst/>
            <a:gdLst/>
            <a:ahLst/>
            <a:cxnLst/>
            <a:rect l="l" t="t" r="r" b="b"/>
            <a:pathLst>
              <a:path w="16755" h="18875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6"/>
          <p:cNvSpPr txBox="1">
            <a:spLocks noGrp="1"/>
          </p:cNvSpPr>
          <p:nvPr>
            <p:ph type="subTitle" idx="1"/>
          </p:nvPr>
        </p:nvSpPr>
        <p:spPr>
          <a:xfrm>
            <a:off x="720000" y="1200150"/>
            <a:ext cx="7785900" cy="32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435" name="Google Shape;435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859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795;p28"/>
          <p:cNvGrpSpPr/>
          <p:nvPr/>
        </p:nvGrpSpPr>
        <p:grpSpPr>
          <a:xfrm>
            <a:off x="3709915" y="318648"/>
            <a:ext cx="904827" cy="611139"/>
            <a:chOff x="3709915" y="318648"/>
            <a:chExt cx="904827" cy="611139"/>
          </a:xfrm>
        </p:grpSpPr>
        <p:grpSp>
          <p:nvGrpSpPr>
            <p:cNvPr id="796" name="Google Shape;796;p28"/>
            <p:cNvGrpSpPr/>
            <p:nvPr/>
          </p:nvGrpSpPr>
          <p:grpSpPr>
            <a:xfrm rot="-5400000" flipH="1">
              <a:off x="3955441" y="270486"/>
              <a:ext cx="611138" cy="707464"/>
              <a:chOff x="1667110" y="1547045"/>
              <a:chExt cx="1047905" cy="1213698"/>
            </a:xfrm>
          </p:grpSpPr>
          <p:grpSp>
            <p:nvGrpSpPr>
              <p:cNvPr id="797" name="Google Shape;797;p28"/>
              <p:cNvGrpSpPr/>
              <p:nvPr/>
            </p:nvGrpSpPr>
            <p:grpSpPr>
              <a:xfrm>
                <a:off x="1667110" y="1547045"/>
                <a:ext cx="1047905" cy="922064"/>
                <a:chOff x="1627300" y="2234250"/>
                <a:chExt cx="500050" cy="440000"/>
              </a:xfrm>
            </p:grpSpPr>
            <p:sp>
              <p:nvSpPr>
                <p:cNvPr id="798" name="Google Shape;798;p28"/>
                <p:cNvSpPr/>
                <p:nvPr/>
              </p:nvSpPr>
              <p:spPr>
                <a:xfrm rot="-4336066">
                  <a:off x="1769541" y="2297078"/>
                  <a:ext cx="189957" cy="290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5" h="11605" extrusionOk="0">
                      <a:moveTo>
                        <a:pt x="2155" y="0"/>
                      </a:moveTo>
                      <a:cubicBezTo>
                        <a:pt x="2406" y="2507"/>
                        <a:pt x="2506" y="5940"/>
                        <a:pt x="0" y="6943"/>
                      </a:cubicBezTo>
                      <a:cubicBezTo>
                        <a:pt x="2757" y="6943"/>
                        <a:pt x="4336" y="9123"/>
                        <a:pt x="5589" y="11604"/>
                      </a:cubicBezTo>
                      <a:cubicBezTo>
                        <a:pt x="5589" y="9123"/>
                        <a:pt x="5338" y="6617"/>
                        <a:pt x="7594" y="5113"/>
                      </a:cubicBezTo>
                      <a:lnTo>
                        <a:pt x="7594" y="5113"/>
                      </a:lnTo>
                      <a:cubicBezTo>
                        <a:pt x="7536" y="5115"/>
                        <a:pt x="7479" y="5116"/>
                        <a:pt x="7423" y="5116"/>
                      </a:cubicBezTo>
                      <a:cubicBezTo>
                        <a:pt x="4895" y="5116"/>
                        <a:pt x="3381" y="2942"/>
                        <a:pt x="21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2010350" y="2234250"/>
                  <a:ext cx="117000" cy="7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8" extrusionOk="0">
                      <a:moveTo>
                        <a:pt x="2235" y="0"/>
                      </a:moveTo>
                      <a:cubicBezTo>
                        <a:pt x="256" y="0"/>
                        <a:pt x="1" y="3138"/>
                        <a:pt x="2524" y="3138"/>
                      </a:cubicBezTo>
                      <a:cubicBezTo>
                        <a:pt x="4429" y="3138"/>
                        <a:pt x="4680" y="80"/>
                        <a:pt x="2374" y="5"/>
                      </a:cubicBezTo>
                      <a:cubicBezTo>
                        <a:pt x="2327" y="2"/>
                        <a:pt x="2281" y="0"/>
                        <a:pt x="22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0" name="Google Shape;800;p28"/>
                <p:cNvSpPr/>
                <p:nvPr/>
              </p:nvSpPr>
              <p:spPr>
                <a:xfrm>
                  <a:off x="1627300" y="2615200"/>
                  <a:ext cx="87775" cy="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1" h="2362" extrusionOk="0">
                      <a:moveTo>
                        <a:pt x="1689" y="1"/>
                      </a:moveTo>
                      <a:cubicBezTo>
                        <a:pt x="191" y="1"/>
                        <a:pt x="0" y="2337"/>
                        <a:pt x="1907" y="2361"/>
                      </a:cubicBezTo>
                      <a:cubicBezTo>
                        <a:pt x="3335" y="2361"/>
                        <a:pt x="3511" y="55"/>
                        <a:pt x="1806" y="5"/>
                      </a:cubicBezTo>
                      <a:cubicBezTo>
                        <a:pt x="1766" y="2"/>
                        <a:pt x="1727" y="1"/>
                        <a:pt x="16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01" name="Google Shape;801;p28"/>
              <p:cNvSpPr/>
              <p:nvPr/>
            </p:nvSpPr>
            <p:spPr>
              <a:xfrm rot="-5567032">
                <a:off x="2009203" y="2471373"/>
                <a:ext cx="327224" cy="240224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2" name="Google Shape;802;p28"/>
            <p:cNvSpPr/>
            <p:nvPr/>
          </p:nvSpPr>
          <p:spPr>
            <a:xfrm rot="167132" flipH="1">
              <a:off x="3713209" y="323201"/>
              <a:ext cx="190766" cy="140085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3" name="Google Shape;803;p28"/>
          <p:cNvGrpSpPr/>
          <p:nvPr/>
        </p:nvGrpSpPr>
        <p:grpSpPr>
          <a:xfrm rot="5400000">
            <a:off x="3758078" y="4080486"/>
            <a:ext cx="611138" cy="707464"/>
            <a:chOff x="1667110" y="1547045"/>
            <a:chExt cx="1047905" cy="1213698"/>
          </a:xfrm>
        </p:grpSpPr>
        <p:grpSp>
          <p:nvGrpSpPr>
            <p:cNvPr id="804" name="Google Shape;804;p28"/>
            <p:cNvGrpSpPr/>
            <p:nvPr/>
          </p:nvGrpSpPr>
          <p:grpSpPr>
            <a:xfrm>
              <a:off x="1667110" y="1547045"/>
              <a:ext cx="1047905" cy="922064"/>
              <a:chOff x="1627300" y="2234250"/>
              <a:chExt cx="500050" cy="440000"/>
            </a:xfrm>
          </p:grpSpPr>
          <p:sp>
            <p:nvSpPr>
              <p:cNvPr id="805" name="Google Shape;805;p28"/>
              <p:cNvSpPr/>
              <p:nvPr/>
            </p:nvSpPr>
            <p:spPr>
              <a:xfrm rot="-4336066">
                <a:off x="1769541" y="2297078"/>
                <a:ext cx="189957" cy="290011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8"/>
              <p:cNvSpPr/>
              <p:nvPr/>
            </p:nvSpPr>
            <p:spPr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8"/>
              <p:cNvSpPr/>
              <p:nvPr/>
            </p:nvSpPr>
            <p:spPr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8" name="Google Shape;808;p28"/>
            <p:cNvSpPr/>
            <p:nvPr/>
          </p:nvSpPr>
          <p:spPr>
            <a:xfrm rot="-5567032">
              <a:off x="2009203" y="2471373"/>
              <a:ext cx="327224" cy="240224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9" name="Google Shape;809;p28"/>
          <p:cNvSpPr/>
          <p:nvPr/>
        </p:nvSpPr>
        <p:spPr>
          <a:xfrm rot="-167132">
            <a:off x="4420684" y="4133201"/>
            <a:ext cx="190766" cy="140085"/>
          </a:xfrm>
          <a:custGeom>
            <a:avLst/>
            <a:gdLst/>
            <a:ahLst/>
            <a:cxnLst/>
            <a:rect l="l" t="t" r="r" b="b"/>
            <a:pathLst>
              <a:path w="23033" h="16924" extrusionOk="0">
                <a:moveTo>
                  <a:pt x="18087" y="0"/>
                </a:moveTo>
                <a:cubicBezTo>
                  <a:pt x="15558" y="0"/>
                  <a:pt x="12757" y="2011"/>
                  <a:pt x="12181" y="4317"/>
                </a:cubicBezTo>
                <a:cubicBezTo>
                  <a:pt x="12181" y="4317"/>
                  <a:pt x="10883" y="321"/>
                  <a:pt x="6682" y="321"/>
                </a:cubicBezTo>
                <a:cubicBezTo>
                  <a:pt x="6249" y="321"/>
                  <a:pt x="5785" y="364"/>
                  <a:pt x="5289" y="457"/>
                </a:cubicBezTo>
                <a:cubicBezTo>
                  <a:pt x="0" y="1460"/>
                  <a:pt x="6492" y="11610"/>
                  <a:pt x="12381" y="16924"/>
                </a:cubicBezTo>
                <a:cubicBezTo>
                  <a:pt x="22381" y="8527"/>
                  <a:pt x="23033" y="2437"/>
                  <a:pt x="20251" y="608"/>
                </a:cubicBezTo>
                <a:cubicBezTo>
                  <a:pt x="19602" y="187"/>
                  <a:pt x="18857" y="0"/>
                  <a:pt x="180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0" name="Google Shape;810;p28"/>
          <p:cNvGrpSpPr/>
          <p:nvPr/>
        </p:nvGrpSpPr>
        <p:grpSpPr>
          <a:xfrm rot="-2700000">
            <a:off x="227298" y="533706"/>
            <a:ext cx="1662179" cy="1009867"/>
            <a:chOff x="4422200" y="1605489"/>
            <a:chExt cx="3671784" cy="2230815"/>
          </a:xfrm>
        </p:grpSpPr>
        <p:sp>
          <p:nvSpPr>
            <p:cNvPr id="811" name="Google Shape;811;p28"/>
            <p:cNvSpPr/>
            <p:nvPr/>
          </p:nvSpPr>
          <p:spPr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8"/>
            <p:cNvSpPr/>
            <p:nvPr/>
          </p:nvSpPr>
          <p:spPr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8"/>
            <p:cNvSpPr/>
            <p:nvPr/>
          </p:nvSpPr>
          <p:spPr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576150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28"/>
          <p:cNvGrpSpPr/>
          <p:nvPr/>
        </p:nvGrpSpPr>
        <p:grpSpPr>
          <a:xfrm rot="8100000">
            <a:off x="7254512" y="3599943"/>
            <a:ext cx="1662179" cy="1009867"/>
            <a:chOff x="4422200" y="1605489"/>
            <a:chExt cx="3671784" cy="2230815"/>
          </a:xfrm>
        </p:grpSpPr>
        <p:sp>
          <p:nvSpPr>
            <p:cNvPr id="830" name="Google Shape;830;p28"/>
            <p:cNvSpPr/>
            <p:nvPr/>
          </p:nvSpPr>
          <p:spPr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6576150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8"/>
            <p:cNvSpPr/>
            <p:nvPr/>
          </p:nvSpPr>
          <p:spPr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8" name="Google Shape;848;p28"/>
          <p:cNvGrpSpPr/>
          <p:nvPr/>
        </p:nvGrpSpPr>
        <p:grpSpPr>
          <a:xfrm rot="-10285185">
            <a:off x="370958" y="4306716"/>
            <a:ext cx="424183" cy="496545"/>
            <a:chOff x="5827575" y="3641525"/>
            <a:chExt cx="202450" cy="236975"/>
          </a:xfrm>
        </p:grpSpPr>
        <p:sp>
          <p:nvSpPr>
            <p:cNvPr id="849" name="Google Shape;849;p28"/>
            <p:cNvSpPr/>
            <p:nvPr/>
          </p:nvSpPr>
          <p:spPr>
            <a:xfrm>
              <a:off x="5942475" y="3641525"/>
              <a:ext cx="87550" cy="5842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28"/>
          <p:cNvGrpSpPr/>
          <p:nvPr/>
        </p:nvGrpSpPr>
        <p:grpSpPr>
          <a:xfrm rot="1447478" flipH="1">
            <a:off x="8257433" y="296246"/>
            <a:ext cx="424195" cy="496535"/>
            <a:chOff x="5827575" y="3641525"/>
            <a:chExt cx="202450" cy="236975"/>
          </a:xfrm>
        </p:grpSpPr>
        <p:sp>
          <p:nvSpPr>
            <p:cNvPr id="852" name="Google Shape;852;p28"/>
            <p:cNvSpPr/>
            <p:nvPr/>
          </p:nvSpPr>
          <p:spPr>
            <a:xfrm>
              <a:off x="5942475" y="3641525"/>
              <a:ext cx="87550" cy="5842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5"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5" name="Google Shape;855;p29"/>
          <p:cNvGrpSpPr/>
          <p:nvPr/>
        </p:nvGrpSpPr>
        <p:grpSpPr>
          <a:xfrm rot="-5400000">
            <a:off x="-265017" y="2023696"/>
            <a:ext cx="2661231" cy="1000858"/>
            <a:chOff x="720000" y="3829047"/>
            <a:chExt cx="2057547" cy="773819"/>
          </a:xfrm>
        </p:grpSpPr>
        <p:sp>
          <p:nvSpPr>
            <p:cNvPr id="856" name="Google Shape;856;p29"/>
            <p:cNvSpPr/>
            <p:nvPr/>
          </p:nvSpPr>
          <p:spPr>
            <a:xfrm>
              <a:off x="747524" y="4140653"/>
              <a:ext cx="1628264" cy="367137"/>
            </a:xfrm>
            <a:custGeom>
              <a:avLst/>
              <a:gdLst/>
              <a:ahLst/>
              <a:cxnLst/>
              <a:rect l="l" t="t" r="r" b="b"/>
              <a:pathLst>
                <a:path w="68508" h="15447" extrusionOk="0">
                  <a:moveTo>
                    <a:pt x="43313" y="0"/>
                  </a:moveTo>
                  <a:cubicBezTo>
                    <a:pt x="39438" y="0"/>
                    <a:pt x="35566" y="236"/>
                    <a:pt x="31724" y="725"/>
                  </a:cubicBezTo>
                  <a:cubicBezTo>
                    <a:pt x="20271" y="2178"/>
                    <a:pt x="8842" y="6239"/>
                    <a:pt x="446" y="14384"/>
                  </a:cubicBezTo>
                  <a:cubicBezTo>
                    <a:pt x="0" y="14810"/>
                    <a:pt x="424" y="15447"/>
                    <a:pt x="917" y="15447"/>
                  </a:cubicBezTo>
                  <a:cubicBezTo>
                    <a:pt x="1061" y="15447"/>
                    <a:pt x="1212" y="15392"/>
                    <a:pt x="1348" y="15261"/>
                  </a:cubicBezTo>
                  <a:cubicBezTo>
                    <a:pt x="9820" y="7041"/>
                    <a:pt x="21374" y="3206"/>
                    <a:pt x="32927" y="1828"/>
                  </a:cubicBezTo>
                  <a:cubicBezTo>
                    <a:pt x="36361" y="1423"/>
                    <a:pt x="39826" y="1229"/>
                    <a:pt x="43297" y="1229"/>
                  </a:cubicBezTo>
                  <a:cubicBezTo>
                    <a:pt x="51430" y="1229"/>
                    <a:pt x="59595" y="2294"/>
                    <a:pt x="67464" y="4209"/>
                  </a:cubicBezTo>
                  <a:cubicBezTo>
                    <a:pt x="67523" y="4224"/>
                    <a:pt x="67580" y="4231"/>
                    <a:pt x="67634" y="4231"/>
                  </a:cubicBezTo>
                  <a:cubicBezTo>
                    <a:pt x="68284" y="4231"/>
                    <a:pt x="68507" y="3191"/>
                    <a:pt x="67790" y="3006"/>
                  </a:cubicBezTo>
                  <a:cubicBezTo>
                    <a:pt x="59796" y="1063"/>
                    <a:pt x="51548" y="0"/>
                    <a:pt x="43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2336731" y="4176923"/>
              <a:ext cx="440816" cy="166681"/>
            </a:xfrm>
            <a:custGeom>
              <a:avLst/>
              <a:gdLst/>
              <a:ahLst/>
              <a:cxnLst/>
              <a:rect l="l" t="t" r="r" b="b"/>
              <a:pathLst>
                <a:path w="18547" h="7013" extrusionOk="0">
                  <a:moveTo>
                    <a:pt x="6492" y="1"/>
                  </a:moveTo>
                  <a:cubicBezTo>
                    <a:pt x="5890" y="1"/>
                    <a:pt x="5339" y="26"/>
                    <a:pt x="4762" y="101"/>
                  </a:cubicBezTo>
                  <a:cubicBezTo>
                    <a:pt x="4211" y="176"/>
                    <a:pt x="3685" y="277"/>
                    <a:pt x="3183" y="402"/>
                  </a:cubicBezTo>
                  <a:cubicBezTo>
                    <a:pt x="2958" y="477"/>
                    <a:pt x="2707" y="527"/>
                    <a:pt x="2507" y="577"/>
                  </a:cubicBezTo>
                  <a:cubicBezTo>
                    <a:pt x="2281" y="678"/>
                    <a:pt x="2081" y="728"/>
                    <a:pt x="1880" y="828"/>
                  </a:cubicBezTo>
                  <a:cubicBezTo>
                    <a:pt x="1504" y="978"/>
                    <a:pt x="1153" y="1129"/>
                    <a:pt x="878" y="1279"/>
                  </a:cubicBezTo>
                  <a:cubicBezTo>
                    <a:pt x="602" y="1404"/>
                    <a:pt x="376" y="1555"/>
                    <a:pt x="226" y="1655"/>
                  </a:cubicBezTo>
                  <a:cubicBezTo>
                    <a:pt x="76" y="1730"/>
                    <a:pt x="0" y="1805"/>
                    <a:pt x="0" y="1805"/>
                  </a:cubicBezTo>
                  <a:cubicBezTo>
                    <a:pt x="0" y="1805"/>
                    <a:pt x="51" y="1881"/>
                    <a:pt x="176" y="2006"/>
                  </a:cubicBezTo>
                  <a:cubicBezTo>
                    <a:pt x="301" y="2131"/>
                    <a:pt x="502" y="2332"/>
                    <a:pt x="727" y="2507"/>
                  </a:cubicBezTo>
                  <a:cubicBezTo>
                    <a:pt x="978" y="2733"/>
                    <a:pt x="1254" y="2958"/>
                    <a:pt x="1579" y="3209"/>
                  </a:cubicBezTo>
                  <a:cubicBezTo>
                    <a:pt x="1930" y="3434"/>
                    <a:pt x="2281" y="3685"/>
                    <a:pt x="2682" y="3986"/>
                  </a:cubicBezTo>
                  <a:cubicBezTo>
                    <a:pt x="3083" y="4236"/>
                    <a:pt x="3509" y="4512"/>
                    <a:pt x="3960" y="4738"/>
                  </a:cubicBezTo>
                  <a:cubicBezTo>
                    <a:pt x="4412" y="4988"/>
                    <a:pt x="4913" y="5239"/>
                    <a:pt x="5414" y="5439"/>
                  </a:cubicBezTo>
                  <a:cubicBezTo>
                    <a:pt x="6417" y="5866"/>
                    <a:pt x="7519" y="6241"/>
                    <a:pt x="8647" y="6492"/>
                  </a:cubicBezTo>
                  <a:cubicBezTo>
                    <a:pt x="9224" y="6642"/>
                    <a:pt x="9775" y="6743"/>
                    <a:pt x="10351" y="6818"/>
                  </a:cubicBezTo>
                  <a:cubicBezTo>
                    <a:pt x="10928" y="6918"/>
                    <a:pt x="11479" y="6968"/>
                    <a:pt x="12056" y="6993"/>
                  </a:cubicBezTo>
                  <a:cubicBezTo>
                    <a:pt x="12341" y="7006"/>
                    <a:pt x="12624" y="7013"/>
                    <a:pt x="12904" y="7013"/>
                  </a:cubicBezTo>
                  <a:cubicBezTo>
                    <a:pt x="13707" y="7013"/>
                    <a:pt x="14482" y="6961"/>
                    <a:pt x="15189" y="6868"/>
                  </a:cubicBezTo>
                  <a:cubicBezTo>
                    <a:pt x="16141" y="6718"/>
                    <a:pt x="16968" y="6517"/>
                    <a:pt x="17570" y="6342"/>
                  </a:cubicBezTo>
                  <a:cubicBezTo>
                    <a:pt x="17870" y="6241"/>
                    <a:pt x="18121" y="6141"/>
                    <a:pt x="18296" y="6091"/>
                  </a:cubicBezTo>
                  <a:cubicBezTo>
                    <a:pt x="18447" y="6016"/>
                    <a:pt x="18547" y="5966"/>
                    <a:pt x="18547" y="5966"/>
                  </a:cubicBezTo>
                  <a:cubicBezTo>
                    <a:pt x="18547" y="5966"/>
                    <a:pt x="18497" y="5891"/>
                    <a:pt x="18397" y="5740"/>
                  </a:cubicBezTo>
                  <a:cubicBezTo>
                    <a:pt x="18296" y="5615"/>
                    <a:pt x="18146" y="5364"/>
                    <a:pt x="17945" y="5139"/>
                  </a:cubicBezTo>
                  <a:cubicBezTo>
                    <a:pt x="17745" y="4888"/>
                    <a:pt x="17519" y="4612"/>
                    <a:pt x="17219" y="4312"/>
                  </a:cubicBezTo>
                  <a:cubicBezTo>
                    <a:pt x="16918" y="3986"/>
                    <a:pt x="16592" y="3685"/>
                    <a:pt x="16216" y="3384"/>
                  </a:cubicBezTo>
                  <a:cubicBezTo>
                    <a:pt x="15815" y="3058"/>
                    <a:pt x="15414" y="2733"/>
                    <a:pt x="14938" y="2432"/>
                  </a:cubicBezTo>
                  <a:cubicBezTo>
                    <a:pt x="14487" y="2156"/>
                    <a:pt x="13986" y="1881"/>
                    <a:pt x="13459" y="1605"/>
                  </a:cubicBezTo>
                  <a:cubicBezTo>
                    <a:pt x="12958" y="1354"/>
                    <a:pt x="12407" y="1104"/>
                    <a:pt x="11830" y="928"/>
                  </a:cubicBezTo>
                  <a:cubicBezTo>
                    <a:pt x="11254" y="728"/>
                    <a:pt x="10677" y="552"/>
                    <a:pt x="10076" y="402"/>
                  </a:cubicBezTo>
                  <a:cubicBezTo>
                    <a:pt x="9474" y="277"/>
                    <a:pt x="8873" y="176"/>
                    <a:pt x="8271" y="101"/>
                  </a:cubicBezTo>
                  <a:cubicBezTo>
                    <a:pt x="7670" y="26"/>
                    <a:pt x="7068" y="1"/>
                    <a:pt x="64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2160393" y="3951383"/>
              <a:ext cx="378878" cy="230925"/>
            </a:xfrm>
            <a:custGeom>
              <a:avLst/>
              <a:gdLst/>
              <a:ahLst/>
              <a:cxnLst/>
              <a:rect l="l" t="t" r="r" b="b"/>
              <a:pathLst>
                <a:path w="15941" h="9716" extrusionOk="0">
                  <a:moveTo>
                    <a:pt x="13156" y="0"/>
                  </a:moveTo>
                  <a:cubicBezTo>
                    <a:pt x="12955" y="0"/>
                    <a:pt x="12747" y="5"/>
                    <a:pt x="12532" y="16"/>
                  </a:cubicBezTo>
                  <a:cubicBezTo>
                    <a:pt x="12056" y="66"/>
                    <a:pt x="11555" y="116"/>
                    <a:pt x="11029" y="242"/>
                  </a:cubicBezTo>
                  <a:cubicBezTo>
                    <a:pt x="10502" y="342"/>
                    <a:pt x="9951" y="467"/>
                    <a:pt x="9425" y="668"/>
                  </a:cubicBezTo>
                  <a:cubicBezTo>
                    <a:pt x="8873" y="868"/>
                    <a:pt x="8347" y="1069"/>
                    <a:pt x="7821" y="1344"/>
                  </a:cubicBezTo>
                  <a:cubicBezTo>
                    <a:pt x="7294" y="1595"/>
                    <a:pt x="6793" y="1871"/>
                    <a:pt x="6292" y="2197"/>
                  </a:cubicBezTo>
                  <a:cubicBezTo>
                    <a:pt x="5815" y="2522"/>
                    <a:pt x="5364" y="2848"/>
                    <a:pt x="4913" y="3174"/>
                  </a:cubicBezTo>
                  <a:cubicBezTo>
                    <a:pt x="4487" y="3525"/>
                    <a:pt x="4086" y="3901"/>
                    <a:pt x="3710" y="4252"/>
                  </a:cubicBezTo>
                  <a:cubicBezTo>
                    <a:pt x="3334" y="4603"/>
                    <a:pt x="2983" y="4979"/>
                    <a:pt x="2683" y="5354"/>
                  </a:cubicBezTo>
                  <a:cubicBezTo>
                    <a:pt x="2357" y="5705"/>
                    <a:pt x="2081" y="6081"/>
                    <a:pt x="1830" y="6432"/>
                  </a:cubicBezTo>
                  <a:cubicBezTo>
                    <a:pt x="1705" y="6608"/>
                    <a:pt x="1580" y="6783"/>
                    <a:pt x="1455" y="6958"/>
                  </a:cubicBezTo>
                  <a:cubicBezTo>
                    <a:pt x="1329" y="7134"/>
                    <a:pt x="1179" y="7284"/>
                    <a:pt x="1079" y="7460"/>
                  </a:cubicBezTo>
                  <a:cubicBezTo>
                    <a:pt x="828" y="7786"/>
                    <a:pt x="627" y="8086"/>
                    <a:pt x="477" y="8362"/>
                  </a:cubicBezTo>
                  <a:cubicBezTo>
                    <a:pt x="327" y="8613"/>
                    <a:pt x="201" y="8838"/>
                    <a:pt x="126" y="8989"/>
                  </a:cubicBezTo>
                  <a:cubicBezTo>
                    <a:pt x="51" y="9139"/>
                    <a:pt x="1" y="9239"/>
                    <a:pt x="1" y="9239"/>
                  </a:cubicBezTo>
                  <a:cubicBezTo>
                    <a:pt x="1" y="9239"/>
                    <a:pt x="101" y="9264"/>
                    <a:pt x="277" y="9314"/>
                  </a:cubicBezTo>
                  <a:cubicBezTo>
                    <a:pt x="427" y="9365"/>
                    <a:pt x="678" y="9440"/>
                    <a:pt x="978" y="9490"/>
                  </a:cubicBezTo>
                  <a:cubicBezTo>
                    <a:pt x="1279" y="9565"/>
                    <a:pt x="1630" y="9615"/>
                    <a:pt x="2031" y="9665"/>
                  </a:cubicBezTo>
                  <a:cubicBezTo>
                    <a:pt x="2231" y="9690"/>
                    <a:pt x="2432" y="9715"/>
                    <a:pt x="2658" y="9715"/>
                  </a:cubicBezTo>
                  <a:cubicBezTo>
                    <a:pt x="2883" y="9715"/>
                    <a:pt x="3134" y="9690"/>
                    <a:pt x="3384" y="9690"/>
                  </a:cubicBezTo>
                  <a:cubicBezTo>
                    <a:pt x="3886" y="9640"/>
                    <a:pt x="4412" y="9565"/>
                    <a:pt x="4988" y="9465"/>
                  </a:cubicBezTo>
                  <a:cubicBezTo>
                    <a:pt x="5515" y="9339"/>
                    <a:pt x="6041" y="9189"/>
                    <a:pt x="6592" y="8989"/>
                  </a:cubicBezTo>
                  <a:cubicBezTo>
                    <a:pt x="7144" y="8813"/>
                    <a:pt x="7670" y="8588"/>
                    <a:pt x="8171" y="8312"/>
                  </a:cubicBezTo>
                  <a:cubicBezTo>
                    <a:pt x="8698" y="8061"/>
                    <a:pt x="9199" y="7760"/>
                    <a:pt x="9675" y="7460"/>
                  </a:cubicBezTo>
                  <a:cubicBezTo>
                    <a:pt x="10151" y="7159"/>
                    <a:pt x="10602" y="6833"/>
                    <a:pt x="11029" y="6507"/>
                  </a:cubicBezTo>
                  <a:cubicBezTo>
                    <a:pt x="11480" y="6182"/>
                    <a:pt x="11881" y="5831"/>
                    <a:pt x="12257" y="5455"/>
                  </a:cubicBezTo>
                  <a:cubicBezTo>
                    <a:pt x="12633" y="5079"/>
                    <a:pt x="13009" y="4728"/>
                    <a:pt x="13334" y="4352"/>
                  </a:cubicBezTo>
                  <a:cubicBezTo>
                    <a:pt x="13660" y="3976"/>
                    <a:pt x="13961" y="3600"/>
                    <a:pt x="14237" y="3224"/>
                  </a:cubicBezTo>
                  <a:cubicBezTo>
                    <a:pt x="14512" y="2873"/>
                    <a:pt x="14763" y="2522"/>
                    <a:pt x="14963" y="2197"/>
                  </a:cubicBezTo>
                  <a:cubicBezTo>
                    <a:pt x="15189" y="1871"/>
                    <a:pt x="15364" y="1545"/>
                    <a:pt x="15515" y="1269"/>
                  </a:cubicBezTo>
                  <a:cubicBezTo>
                    <a:pt x="15665" y="1019"/>
                    <a:pt x="15765" y="768"/>
                    <a:pt x="15841" y="618"/>
                  </a:cubicBezTo>
                  <a:cubicBezTo>
                    <a:pt x="15916" y="467"/>
                    <a:pt x="15941" y="367"/>
                    <a:pt x="15941" y="367"/>
                  </a:cubicBezTo>
                  <a:cubicBezTo>
                    <a:pt x="15941" y="367"/>
                    <a:pt x="15841" y="342"/>
                    <a:pt x="15690" y="292"/>
                  </a:cubicBezTo>
                  <a:cubicBezTo>
                    <a:pt x="15515" y="267"/>
                    <a:pt x="15264" y="192"/>
                    <a:pt x="14963" y="141"/>
                  </a:cubicBezTo>
                  <a:cubicBezTo>
                    <a:pt x="14494" y="63"/>
                    <a:pt x="13871" y="0"/>
                    <a:pt x="13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2001358" y="4172764"/>
              <a:ext cx="343131" cy="318104"/>
            </a:xfrm>
            <a:custGeom>
              <a:avLst/>
              <a:gdLst/>
              <a:ahLst/>
              <a:cxnLst/>
              <a:rect l="l" t="t" r="r" b="b"/>
              <a:pathLst>
                <a:path w="14437" h="13384" extrusionOk="0">
                  <a:moveTo>
                    <a:pt x="0" y="0"/>
                  </a:moveTo>
                  <a:cubicBezTo>
                    <a:pt x="0" y="0"/>
                    <a:pt x="25" y="101"/>
                    <a:pt x="50" y="276"/>
                  </a:cubicBezTo>
                  <a:cubicBezTo>
                    <a:pt x="100" y="452"/>
                    <a:pt x="151" y="727"/>
                    <a:pt x="251" y="1028"/>
                  </a:cubicBezTo>
                  <a:cubicBezTo>
                    <a:pt x="426" y="1629"/>
                    <a:pt x="777" y="2482"/>
                    <a:pt x="1278" y="3359"/>
                  </a:cubicBezTo>
                  <a:cubicBezTo>
                    <a:pt x="1755" y="4236"/>
                    <a:pt x="2381" y="5188"/>
                    <a:pt x="3133" y="6091"/>
                  </a:cubicBezTo>
                  <a:cubicBezTo>
                    <a:pt x="3885" y="6968"/>
                    <a:pt x="4737" y="7820"/>
                    <a:pt x="5639" y="8597"/>
                  </a:cubicBezTo>
                  <a:cubicBezTo>
                    <a:pt x="6090" y="8973"/>
                    <a:pt x="6567" y="9349"/>
                    <a:pt x="7043" y="9675"/>
                  </a:cubicBezTo>
                  <a:cubicBezTo>
                    <a:pt x="7494" y="10025"/>
                    <a:pt x="7970" y="10326"/>
                    <a:pt x="8446" y="10627"/>
                  </a:cubicBezTo>
                  <a:cubicBezTo>
                    <a:pt x="8922" y="10903"/>
                    <a:pt x="9374" y="11178"/>
                    <a:pt x="9850" y="11429"/>
                  </a:cubicBezTo>
                  <a:cubicBezTo>
                    <a:pt x="10301" y="11655"/>
                    <a:pt x="10752" y="11880"/>
                    <a:pt x="11178" y="12081"/>
                  </a:cubicBezTo>
                  <a:cubicBezTo>
                    <a:pt x="11404" y="12156"/>
                    <a:pt x="11579" y="12256"/>
                    <a:pt x="11805" y="12356"/>
                  </a:cubicBezTo>
                  <a:cubicBezTo>
                    <a:pt x="12005" y="12432"/>
                    <a:pt x="12206" y="12532"/>
                    <a:pt x="12381" y="12607"/>
                  </a:cubicBezTo>
                  <a:cubicBezTo>
                    <a:pt x="12732" y="12757"/>
                    <a:pt x="13108" y="12883"/>
                    <a:pt x="13384" y="13008"/>
                  </a:cubicBezTo>
                  <a:cubicBezTo>
                    <a:pt x="13659" y="13133"/>
                    <a:pt x="13910" y="13208"/>
                    <a:pt x="14085" y="13284"/>
                  </a:cubicBezTo>
                  <a:cubicBezTo>
                    <a:pt x="14261" y="13359"/>
                    <a:pt x="14361" y="13384"/>
                    <a:pt x="14361" y="13384"/>
                  </a:cubicBezTo>
                  <a:cubicBezTo>
                    <a:pt x="14361" y="13384"/>
                    <a:pt x="14386" y="13284"/>
                    <a:pt x="14386" y="13108"/>
                  </a:cubicBezTo>
                  <a:cubicBezTo>
                    <a:pt x="14411" y="12933"/>
                    <a:pt x="14436" y="12657"/>
                    <a:pt x="14436" y="12331"/>
                  </a:cubicBezTo>
                  <a:cubicBezTo>
                    <a:pt x="14436" y="11980"/>
                    <a:pt x="14386" y="11604"/>
                    <a:pt x="14311" y="11153"/>
                  </a:cubicBezTo>
                  <a:cubicBezTo>
                    <a:pt x="14236" y="10677"/>
                    <a:pt x="14110" y="10226"/>
                    <a:pt x="13935" y="9700"/>
                  </a:cubicBezTo>
                  <a:cubicBezTo>
                    <a:pt x="13760" y="9198"/>
                    <a:pt x="13534" y="8672"/>
                    <a:pt x="13258" y="8146"/>
                  </a:cubicBezTo>
                  <a:cubicBezTo>
                    <a:pt x="12983" y="7645"/>
                    <a:pt x="12657" y="7093"/>
                    <a:pt x="12281" y="6592"/>
                  </a:cubicBezTo>
                  <a:cubicBezTo>
                    <a:pt x="11554" y="5564"/>
                    <a:pt x="10652" y="4637"/>
                    <a:pt x="9699" y="3810"/>
                  </a:cubicBezTo>
                  <a:cubicBezTo>
                    <a:pt x="8697" y="2983"/>
                    <a:pt x="7669" y="2281"/>
                    <a:pt x="6592" y="1755"/>
                  </a:cubicBezTo>
                  <a:cubicBezTo>
                    <a:pt x="6065" y="1479"/>
                    <a:pt x="5539" y="1228"/>
                    <a:pt x="5013" y="1028"/>
                  </a:cubicBezTo>
                  <a:cubicBezTo>
                    <a:pt x="4511" y="827"/>
                    <a:pt x="3985" y="677"/>
                    <a:pt x="3509" y="527"/>
                  </a:cubicBezTo>
                  <a:cubicBezTo>
                    <a:pt x="2557" y="251"/>
                    <a:pt x="1704" y="126"/>
                    <a:pt x="1053" y="76"/>
                  </a:cubicBezTo>
                  <a:cubicBezTo>
                    <a:pt x="727" y="25"/>
                    <a:pt x="476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1844082" y="3844520"/>
              <a:ext cx="282382" cy="310380"/>
            </a:xfrm>
            <a:custGeom>
              <a:avLst/>
              <a:gdLst/>
              <a:ahLst/>
              <a:cxnLst/>
              <a:rect l="l" t="t" r="r" b="b"/>
              <a:pathLst>
                <a:path w="11881" h="13059" extrusionOk="0">
                  <a:moveTo>
                    <a:pt x="11755" y="1"/>
                  </a:moveTo>
                  <a:cubicBezTo>
                    <a:pt x="11755" y="1"/>
                    <a:pt x="11655" y="1"/>
                    <a:pt x="11479" y="51"/>
                  </a:cubicBezTo>
                  <a:cubicBezTo>
                    <a:pt x="11329" y="126"/>
                    <a:pt x="11078" y="176"/>
                    <a:pt x="10803" y="276"/>
                  </a:cubicBezTo>
                  <a:cubicBezTo>
                    <a:pt x="10527" y="377"/>
                    <a:pt x="10201" y="502"/>
                    <a:pt x="9850" y="652"/>
                  </a:cubicBezTo>
                  <a:cubicBezTo>
                    <a:pt x="9524" y="803"/>
                    <a:pt x="9148" y="953"/>
                    <a:pt x="8747" y="1129"/>
                  </a:cubicBezTo>
                  <a:cubicBezTo>
                    <a:pt x="8346" y="1329"/>
                    <a:pt x="7945" y="1530"/>
                    <a:pt x="7544" y="1780"/>
                  </a:cubicBezTo>
                  <a:cubicBezTo>
                    <a:pt x="7143" y="2006"/>
                    <a:pt x="6692" y="2256"/>
                    <a:pt x="6291" y="2557"/>
                  </a:cubicBezTo>
                  <a:cubicBezTo>
                    <a:pt x="5890" y="2833"/>
                    <a:pt x="5489" y="3159"/>
                    <a:pt x="5088" y="3485"/>
                  </a:cubicBezTo>
                  <a:cubicBezTo>
                    <a:pt x="4687" y="3835"/>
                    <a:pt x="4286" y="4186"/>
                    <a:pt x="3935" y="4562"/>
                  </a:cubicBezTo>
                  <a:cubicBezTo>
                    <a:pt x="3158" y="5339"/>
                    <a:pt x="2507" y="6191"/>
                    <a:pt x="1930" y="7094"/>
                  </a:cubicBezTo>
                  <a:cubicBezTo>
                    <a:pt x="1630" y="7545"/>
                    <a:pt x="1379" y="7996"/>
                    <a:pt x="1153" y="8447"/>
                  </a:cubicBezTo>
                  <a:cubicBezTo>
                    <a:pt x="928" y="8923"/>
                    <a:pt x="752" y="9374"/>
                    <a:pt x="577" y="9800"/>
                  </a:cubicBezTo>
                  <a:cubicBezTo>
                    <a:pt x="427" y="10251"/>
                    <a:pt x="301" y="10678"/>
                    <a:pt x="226" y="11053"/>
                  </a:cubicBezTo>
                  <a:cubicBezTo>
                    <a:pt x="151" y="11429"/>
                    <a:pt x="101" y="11780"/>
                    <a:pt x="51" y="12081"/>
                  </a:cubicBezTo>
                  <a:cubicBezTo>
                    <a:pt x="26" y="12382"/>
                    <a:pt x="26" y="12632"/>
                    <a:pt x="1" y="12783"/>
                  </a:cubicBezTo>
                  <a:cubicBezTo>
                    <a:pt x="1" y="12958"/>
                    <a:pt x="1" y="13058"/>
                    <a:pt x="1" y="13058"/>
                  </a:cubicBezTo>
                  <a:cubicBezTo>
                    <a:pt x="1" y="13058"/>
                    <a:pt x="101" y="13058"/>
                    <a:pt x="276" y="13033"/>
                  </a:cubicBezTo>
                  <a:cubicBezTo>
                    <a:pt x="427" y="13008"/>
                    <a:pt x="702" y="12983"/>
                    <a:pt x="978" y="12933"/>
                  </a:cubicBezTo>
                  <a:cubicBezTo>
                    <a:pt x="1580" y="12833"/>
                    <a:pt x="2356" y="12582"/>
                    <a:pt x="3209" y="12307"/>
                  </a:cubicBezTo>
                  <a:cubicBezTo>
                    <a:pt x="3635" y="12131"/>
                    <a:pt x="4061" y="11981"/>
                    <a:pt x="4487" y="11755"/>
                  </a:cubicBezTo>
                  <a:cubicBezTo>
                    <a:pt x="4938" y="11555"/>
                    <a:pt x="5389" y="11304"/>
                    <a:pt x="5840" y="11028"/>
                  </a:cubicBezTo>
                  <a:cubicBezTo>
                    <a:pt x="6742" y="10477"/>
                    <a:pt x="7620" y="9750"/>
                    <a:pt x="8397" y="8973"/>
                  </a:cubicBezTo>
                  <a:cubicBezTo>
                    <a:pt x="8798" y="8547"/>
                    <a:pt x="9174" y="8121"/>
                    <a:pt x="9524" y="7670"/>
                  </a:cubicBezTo>
                  <a:cubicBezTo>
                    <a:pt x="9875" y="7244"/>
                    <a:pt x="10176" y="6743"/>
                    <a:pt x="10452" y="6266"/>
                  </a:cubicBezTo>
                  <a:cubicBezTo>
                    <a:pt x="10727" y="5765"/>
                    <a:pt x="10978" y="5289"/>
                    <a:pt x="11154" y="4813"/>
                  </a:cubicBezTo>
                  <a:cubicBezTo>
                    <a:pt x="11354" y="4312"/>
                    <a:pt x="11504" y="3810"/>
                    <a:pt x="11630" y="3359"/>
                  </a:cubicBezTo>
                  <a:cubicBezTo>
                    <a:pt x="11680" y="3109"/>
                    <a:pt x="11730" y="2908"/>
                    <a:pt x="11780" y="2682"/>
                  </a:cubicBezTo>
                  <a:cubicBezTo>
                    <a:pt x="11805" y="2457"/>
                    <a:pt x="11830" y="2256"/>
                    <a:pt x="11830" y="2031"/>
                  </a:cubicBezTo>
                  <a:cubicBezTo>
                    <a:pt x="11880" y="1630"/>
                    <a:pt x="11880" y="1254"/>
                    <a:pt x="11855" y="953"/>
                  </a:cubicBezTo>
                  <a:cubicBezTo>
                    <a:pt x="11855" y="652"/>
                    <a:pt x="11805" y="402"/>
                    <a:pt x="11805" y="251"/>
                  </a:cubicBezTo>
                  <a:cubicBezTo>
                    <a:pt x="11780" y="76"/>
                    <a:pt x="11755" y="1"/>
                    <a:pt x="11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1677893" y="4172764"/>
              <a:ext cx="268668" cy="317510"/>
            </a:xfrm>
            <a:custGeom>
              <a:avLst/>
              <a:gdLst/>
              <a:ahLst/>
              <a:cxnLst/>
              <a:rect l="l" t="t" r="r" b="b"/>
              <a:pathLst>
                <a:path w="11304" h="13359" extrusionOk="0">
                  <a:moveTo>
                    <a:pt x="0" y="0"/>
                  </a:moveTo>
                  <a:cubicBezTo>
                    <a:pt x="0" y="0"/>
                    <a:pt x="25" y="101"/>
                    <a:pt x="25" y="276"/>
                  </a:cubicBezTo>
                  <a:cubicBezTo>
                    <a:pt x="50" y="426"/>
                    <a:pt x="75" y="677"/>
                    <a:pt x="150" y="978"/>
                  </a:cubicBezTo>
                  <a:cubicBezTo>
                    <a:pt x="201" y="1254"/>
                    <a:pt x="276" y="1604"/>
                    <a:pt x="401" y="1980"/>
                  </a:cubicBezTo>
                  <a:cubicBezTo>
                    <a:pt x="451" y="2181"/>
                    <a:pt x="501" y="2356"/>
                    <a:pt x="576" y="2557"/>
                  </a:cubicBezTo>
                  <a:cubicBezTo>
                    <a:pt x="627" y="2757"/>
                    <a:pt x="702" y="2958"/>
                    <a:pt x="752" y="3183"/>
                  </a:cubicBezTo>
                  <a:cubicBezTo>
                    <a:pt x="877" y="3584"/>
                    <a:pt x="1028" y="4010"/>
                    <a:pt x="1203" y="4436"/>
                  </a:cubicBezTo>
                  <a:cubicBezTo>
                    <a:pt x="1228" y="4537"/>
                    <a:pt x="1278" y="4637"/>
                    <a:pt x="1328" y="4737"/>
                  </a:cubicBezTo>
                  <a:cubicBezTo>
                    <a:pt x="1379" y="4863"/>
                    <a:pt x="1429" y="4963"/>
                    <a:pt x="1479" y="5088"/>
                  </a:cubicBezTo>
                  <a:cubicBezTo>
                    <a:pt x="1579" y="5314"/>
                    <a:pt x="1679" y="5539"/>
                    <a:pt x="1780" y="5765"/>
                  </a:cubicBezTo>
                  <a:cubicBezTo>
                    <a:pt x="2005" y="6216"/>
                    <a:pt x="2281" y="6617"/>
                    <a:pt x="2556" y="7068"/>
                  </a:cubicBezTo>
                  <a:cubicBezTo>
                    <a:pt x="2832" y="7519"/>
                    <a:pt x="3133" y="7945"/>
                    <a:pt x="3459" y="8346"/>
                  </a:cubicBezTo>
                  <a:cubicBezTo>
                    <a:pt x="4110" y="9223"/>
                    <a:pt x="4837" y="9975"/>
                    <a:pt x="5639" y="10677"/>
                  </a:cubicBezTo>
                  <a:cubicBezTo>
                    <a:pt x="6065" y="11028"/>
                    <a:pt x="6466" y="11329"/>
                    <a:pt x="6892" y="11604"/>
                  </a:cubicBezTo>
                  <a:cubicBezTo>
                    <a:pt x="7293" y="11880"/>
                    <a:pt x="7744" y="12131"/>
                    <a:pt x="8145" y="12356"/>
                  </a:cubicBezTo>
                  <a:cubicBezTo>
                    <a:pt x="8346" y="12457"/>
                    <a:pt x="8546" y="12557"/>
                    <a:pt x="8747" y="12632"/>
                  </a:cubicBezTo>
                  <a:cubicBezTo>
                    <a:pt x="8947" y="12707"/>
                    <a:pt x="9123" y="12807"/>
                    <a:pt x="9323" y="12858"/>
                  </a:cubicBezTo>
                  <a:cubicBezTo>
                    <a:pt x="9699" y="13008"/>
                    <a:pt x="10025" y="13108"/>
                    <a:pt x="10326" y="13183"/>
                  </a:cubicBezTo>
                  <a:cubicBezTo>
                    <a:pt x="10602" y="13259"/>
                    <a:pt x="10852" y="13284"/>
                    <a:pt x="11028" y="13334"/>
                  </a:cubicBezTo>
                  <a:cubicBezTo>
                    <a:pt x="11178" y="13359"/>
                    <a:pt x="11278" y="13359"/>
                    <a:pt x="11278" y="13359"/>
                  </a:cubicBezTo>
                  <a:cubicBezTo>
                    <a:pt x="11278" y="13359"/>
                    <a:pt x="11303" y="13259"/>
                    <a:pt x="11303" y="13108"/>
                  </a:cubicBezTo>
                  <a:cubicBezTo>
                    <a:pt x="11303" y="12933"/>
                    <a:pt x="11303" y="12682"/>
                    <a:pt x="11303" y="12381"/>
                  </a:cubicBezTo>
                  <a:cubicBezTo>
                    <a:pt x="11278" y="11780"/>
                    <a:pt x="11178" y="11003"/>
                    <a:pt x="11003" y="10126"/>
                  </a:cubicBezTo>
                  <a:cubicBezTo>
                    <a:pt x="10902" y="9675"/>
                    <a:pt x="10802" y="9223"/>
                    <a:pt x="10652" y="8747"/>
                  </a:cubicBezTo>
                  <a:cubicBezTo>
                    <a:pt x="10501" y="8296"/>
                    <a:pt x="10301" y="7795"/>
                    <a:pt x="10100" y="7319"/>
                  </a:cubicBezTo>
                  <a:cubicBezTo>
                    <a:pt x="9674" y="6366"/>
                    <a:pt x="9073" y="5414"/>
                    <a:pt x="8396" y="4512"/>
                  </a:cubicBezTo>
                  <a:cubicBezTo>
                    <a:pt x="8045" y="4086"/>
                    <a:pt x="7669" y="3634"/>
                    <a:pt x="7268" y="3233"/>
                  </a:cubicBezTo>
                  <a:cubicBezTo>
                    <a:pt x="6892" y="2832"/>
                    <a:pt x="6441" y="2482"/>
                    <a:pt x="5990" y="2131"/>
                  </a:cubicBezTo>
                  <a:cubicBezTo>
                    <a:pt x="5790" y="1980"/>
                    <a:pt x="5564" y="1805"/>
                    <a:pt x="5338" y="1655"/>
                  </a:cubicBezTo>
                  <a:cubicBezTo>
                    <a:pt x="5113" y="1504"/>
                    <a:pt x="4887" y="1379"/>
                    <a:pt x="4637" y="1228"/>
                  </a:cubicBezTo>
                  <a:cubicBezTo>
                    <a:pt x="4160" y="978"/>
                    <a:pt x="3684" y="752"/>
                    <a:pt x="3258" y="577"/>
                  </a:cubicBezTo>
                  <a:cubicBezTo>
                    <a:pt x="3033" y="502"/>
                    <a:pt x="2832" y="401"/>
                    <a:pt x="2607" y="351"/>
                  </a:cubicBezTo>
                  <a:cubicBezTo>
                    <a:pt x="2406" y="301"/>
                    <a:pt x="2206" y="251"/>
                    <a:pt x="2005" y="201"/>
                  </a:cubicBezTo>
                  <a:cubicBezTo>
                    <a:pt x="1629" y="126"/>
                    <a:pt x="1278" y="76"/>
                    <a:pt x="977" y="51"/>
                  </a:cubicBezTo>
                  <a:cubicBezTo>
                    <a:pt x="702" y="0"/>
                    <a:pt x="451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1526583" y="3829047"/>
              <a:ext cx="278793" cy="335977"/>
            </a:xfrm>
            <a:custGeom>
              <a:avLst/>
              <a:gdLst/>
              <a:ahLst/>
              <a:cxnLst/>
              <a:rect l="l" t="t" r="r" b="b"/>
              <a:pathLst>
                <a:path w="11730" h="14136" extrusionOk="0">
                  <a:moveTo>
                    <a:pt x="11554" y="0"/>
                  </a:moveTo>
                  <a:cubicBezTo>
                    <a:pt x="11554" y="0"/>
                    <a:pt x="11454" y="25"/>
                    <a:pt x="11303" y="75"/>
                  </a:cubicBezTo>
                  <a:cubicBezTo>
                    <a:pt x="11153" y="151"/>
                    <a:pt x="10902" y="226"/>
                    <a:pt x="10627" y="351"/>
                  </a:cubicBezTo>
                  <a:cubicBezTo>
                    <a:pt x="10326" y="476"/>
                    <a:pt x="10025" y="627"/>
                    <a:pt x="9674" y="802"/>
                  </a:cubicBezTo>
                  <a:cubicBezTo>
                    <a:pt x="9349" y="978"/>
                    <a:pt x="8973" y="1178"/>
                    <a:pt x="8547" y="1404"/>
                  </a:cubicBezTo>
                  <a:cubicBezTo>
                    <a:pt x="8171" y="1629"/>
                    <a:pt x="7745" y="1880"/>
                    <a:pt x="7369" y="2156"/>
                  </a:cubicBezTo>
                  <a:cubicBezTo>
                    <a:pt x="6968" y="2431"/>
                    <a:pt x="6541" y="2707"/>
                    <a:pt x="6140" y="3033"/>
                  </a:cubicBezTo>
                  <a:cubicBezTo>
                    <a:pt x="5739" y="3359"/>
                    <a:pt x="5338" y="3709"/>
                    <a:pt x="4937" y="4085"/>
                  </a:cubicBezTo>
                  <a:cubicBezTo>
                    <a:pt x="4536" y="4461"/>
                    <a:pt x="4161" y="4862"/>
                    <a:pt x="3810" y="5263"/>
                  </a:cubicBezTo>
                  <a:cubicBezTo>
                    <a:pt x="3058" y="6090"/>
                    <a:pt x="2406" y="6993"/>
                    <a:pt x="1830" y="7945"/>
                  </a:cubicBezTo>
                  <a:cubicBezTo>
                    <a:pt x="1554" y="8421"/>
                    <a:pt x="1328" y="8897"/>
                    <a:pt x="1103" y="9374"/>
                  </a:cubicBezTo>
                  <a:cubicBezTo>
                    <a:pt x="877" y="9875"/>
                    <a:pt x="702" y="10351"/>
                    <a:pt x="551" y="10802"/>
                  </a:cubicBezTo>
                  <a:cubicBezTo>
                    <a:pt x="401" y="11253"/>
                    <a:pt x="276" y="11679"/>
                    <a:pt x="201" y="12080"/>
                  </a:cubicBezTo>
                  <a:cubicBezTo>
                    <a:pt x="125" y="12481"/>
                    <a:pt x="75" y="12832"/>
                    <a:pt x="50" y="13133"/>
                  </a:cubicBezTo>
                  <a:cubicBezTo>
                    <a:pt x="0" y="13434"/>
                    <a:pt x="25" y="13709"/>
                    <a:pt x="0" y="13860"/>
                  </a:cubicBezTo>
                  <a:cubicBezTo>
                    <a:pt x="0" y="14035"/>
                    <a:pt x="0" y="14136"/>
                    <a:pt x="0" y="14136"/>
                  </a:cubicBezTo>
                  <a:cubicBezTo>
                    <a:pt x="0" y="14136"/>
                    <a:pt x="100" y="14136"/>
                    <a:pt x="276" y="14110"/>
                  </a:cubicBezTo>
                  <a:cubicBezTo>
                    <a:pt x="426" y="14060"/>
                    <a:pt x="702" y="14035"/>
                    <a:pt x="1003" y="13960"/>
                  </a:cubicBezTo>
                  <a:cubicBezTo>
                    <a:pt x="1579" y="13835"/>
                    <a:pt x="2381" y="13534"/>
                    <a:pt x="3258" y="13183"/>
                  </a:cubicBezTo>
                  <a:cubicBezTo>
                    <a:pt x="3684" y="13008"/>
                    <a:pt x="4135" y="12807"/>
                    <a:pt x="4562" y="12557"/>
                  </a:cubicBezTo>
                  <a:cubicBezTo>
                    <a:pt x="5013" y="12331"/>
                    <a:pt x="5464" y="12030"/>
                    <a:pt x="5915" y="11704"/>
                  </a:cubicBezTo>
                  <a:cubicBezTo>
                    <a:pt x="6366" y="11404"/>
                    <a:pt x="6817" y="11053"/>
                    <a:pt x="7243" y="10652"/>
                  </a:cubicBezTo>
                  <a:cubicBezTo>
                    <a:pt x="7669" y="10276"/>
                    <a:pt x="8095" y="9850"/>
                    <a:pt x="8471" y="9424"/>
                  </a:cubicBezTo>
                  <a:cubicBezTo>
                    <a:pt x="8872" y="8973"/>
                    <a:pt x="9248" y="8496"/>
                    <a:pt x="9574" y="8020"/>
                  </a:cubicBezTo>
                  <a:cubicBezTo>
                    <a:pt x="9925" y="7544"/>
                    <a:pt x="10226" y="7018"/>
                    <a:pt x="10476" y="6516"/>
                  </a:cubicBezTo>
                  <a:cubicBezTo>
                    <a:pt x="10752" y="5990"/>
                    <a:pt x="10978" y="5489"/>
                    <a:pt x="11153" y="4963"/>
                  </a:cubicBezTo>
                  <a:cubicBezTo>
                    <a:pt x="11328" y="4436"/>
                    <a:pt x="11454" y="3935"/>
                    <a:pt x="11554" y="3459"/>
                  </a:cubicBezTo>
                  <a:cubicBezTo>
                    <a:pt x="11604" y="3208"/>
                    <a:pt x="11654" y="2983"/>
                    <a:pt x="11679" y="2757"/>
                  </a:cubicBezTo>
                  <a:cubicBezTo>
                    <a:pt x="11704" y="2531"/>
                    <a:pt x="11729" y="2306"/>
                    <a:pt x="11729" y="2080"/>
                  </a:cubicBezTo>
                  <a:cubicBezTo>
                    <a:pt x="11729" y="1654"/>
                    <a:pt x="11729" y="1303"/>
                    <a:pt x="11704" y="978"/>
                  </a:cubicBezTo>
                  <a:cubicBezTo>
                    <a:pt x="11679" y="677"/>
                    <a:pt x="11629" y="426"/>
                    <a:pt x="11629" y="251"/>
                  </a:cubicBezTo>
                  <a:cubicBezTo>
                    <a:pt x="11579" y="100"/>
                    <a:pt x="11554" y="0"/>
                    <a:pt x="1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1299023" y="4221608"/>
              <a:ext cx="316322" cy="278199"/>
            </a:xfrm>
            <a:custGeom>
              <a:avLst/>
              <a:gdLst/>
              <a:ahLst/>
              <a:cxnLst/>
              <a:rect l="l" t="t" r="r" b="b"/>
              <a:pathLst>
                <a:path w="13309" h="11705" extrusionOk="0">
                  <a:moveTo>
                    <a:pt x="2005" y="1"/>
                  </a:moveTo>
                  <a:cubicBezTo>
                    <a:pt x="1604" y="1"/>
                    <a:pt x="1253" y="1"/>
                    <a:pt x="952" y="51"/>
                  </a:cubicBezTo>
                  <a:cubicBezTo>
                    <a:pt x="677" y="76"/>
                    <a:pt x="426" y="126"/>
                    <a:pt x="251" y="126"/>
                  </a:cubicBezTo>
                  <a:cubicBezTo>
                    <a:pt x="75" y="176"/>
                    <a:pt x="0" y="201"/>
                    <a:pt x="0" y="201"/>
                  </a:cubicBezTo>
                  <a:cubicBezTo>
                    <a:pt x="0" y="201"/>
                    <a:pt x="25" y="276"/>
                    <a:pt x="75" y="452"/>
                  </a:cubicBezTo>
                  <a:cubicBezTo>
                    <a:pt x="125" y="602"/>
                    <a:pt x="201" y="853"/>
                    <a:pt x="326" y="1128"/>
                  </a:cubicBezTo>
                  <a:cubicBezTo>
                    <a:pt x="426" y="1404"/>
                    <a:pt x="577" y="1705"/>
                    <a:pt x="777" y="2056"/>
                  </a:cubicBezTo>
                  <a:cubicBezTo>
                    <a:pt x="852" y="2231"/>
                    <a:pt x="978" y="2407"/>
                    <a:pt x="1078" y="2607"/>
                  </a:cubicBezTo>
                  <a:cubicBezTo>
                    <a:pt x="1153" y="2782"/>
                    <a:pt x="1253" y="2983"/>
                    <a:pt x="1354" y="3184"/>
                  </a:cubicBezTo>
                  <a:cubicBezTo>
                    <a:pt x="1579" y="3559"/>
                    <a:pt x="1780" y="3935"/>
                    <a:pt x="2030" y="4311"/>
                  </a:cubicBezTo>
                  <a:cubicBezTo>
                    <a:pt x="2281" y="4687"/>
                    <a:pt x="2582" y="5113"/>
                    <a:pt x="2882" y="5514"/>
                  </a:cubicBezTo>
                  <a:cubicBezTo>
                    <a:pt x="3183" y="5915"/>
                    <a:pt x="3534" y="6266"/>
                    <a:pt x="3860" y="6667"/>
                  </a:cubicBezTo>
                  <a:cubicBezTo>
                    <a:pt x="4211" y="7043"/>
                    <a:pt x="4587" y="7419"/>
                    <a:pt x="4988" y="7770"/>
                  </a:cubicBezTo>
                  <a:cubicBezTo>
                    <a:pt x="5364" y="8121"/>
                    <a:pt x="5765" y="8447"/>
                    <a:pt x="6191" y="8773"/>
                  </a:cubicBezTo>
                  <a:cubicBezTo>
                    <a:pt x="6617" y="9073"/>
                    <a:pt x="7043" y="9374"/>
                    <a:pt x="7494" y="9650"/>
                  </a:cubicBezTo>
                  <a:cubicBezTo>
                    <a:pt x="8371" y="10176"/>
                    <a:pt x="9273" y="10627"/>
                    <a:pt x="10100" y="10928"/>
                  </a:cubicBezTo>
                  <a:cubicBezTo>
                    <a:pt x="10953" y="11254"/>
                    <a:pt x="11729" y="11479"/>
                    <a:pt x="12331" y="11580"/>
                  </a:cubicBezTo>
                  <a:cubicBezTo>
                    <a:pt x="12607" y="11630"/>
                    <a:pt x="12882" y="11655"/>
                    <a:pt x="13033" y="11680"/>
                  </a:cubicBezTo>
                  <a:cubicBezTo>
                    <a:pt x="13208" y="11705"/>
                    <a:pt x="13308" y="11705"/>
                    <a:pt x="13308" y="11705"/>
                  </a:cubicBezTo>
                  <a:cubicBezTo>
                    <a:pt x="13308" y="11705"/>
                    <a:pt x="13308" y="11605"/>
                    <a:pt x="13308" y="11454"/>
                  </a:cubicBezTo>
                  <a:cubicBezTo>
                    <a:pt x="13283" y="11279"/>
                    <a:pt x="13283" y="11028"/>
                    <a:pt x="13258" y="10727"/>
                  </a:cubicBezTo>
                  <a:cubicBezTo>
                    <a:pt x="13233" y="10427"/>
                    <a:pt x="13158" y="10076"/>
                    <a:pt x="13083" y="9675"/>
                  </a:cubicBezTo>
                  <a:cubicBezTo>
                    <a:pt x="13008" y="9299"/>
                    <a:pt x="12882" y="8873"/>
                    <a:pt x="12732" y="8447"/>
                  </a:cubicBezTo>
                  <a:cubicBezTo>
                    <a:pt x="12582" y="7996"/>
                    <a:pt x="12406" y="7544"/>
                    <a:pt x="12181" y="7068"/>
                  </a:cubicBezTo>
                  <a:cubicBezTo>
                    <a:pt x="11955" y="6617"/>
                    <a:pt x="11679" y="6141"/>
                    <a:pt x="11404" y="5690"/>
                  </a:cubicBezTo>
                  <a:cubicBezTo>
                    <a:pt x="11103" y="5214"/>
                    <a:pt x="10752" y="4762"/>
                    <a:pt x="10376" y="4336"/>
                  </a:cubicBezTo>
                  <a:cubicBezTo>
                    <a:pt x="10000" y="3910"/>
                    <a:pt x="9599" y="3509"/>
                    <a:pt x="9173" y="3108"/>
                  </a:cubicBezTo>
                  <a:cubicBezTo>
                    <a:pt x="8747" y="2732"/>
                    <a:pt x="8271" y="2356"/>
                    <a:pt x="7820" y="2031"/>
                  </a:cubicBezTo>
                  <a:cubicBezTo>
                    <a:pt x="7344" y="1705"/>
                    <a:pt x="6842" y="1429"/>
                    <a:pt x="6341" y="1178"/>
                  </a:cubicBezTo>
                  <a:cubicBezTo>
                    <a:pt x="5815" y="928"/>
                    <a:pt x="5338" y="702"/>
                    <a:pt x="4812" y="527"/>
                  </a:cubicBezTo>
                  <a:cubicBezTo>
                    <a:pt x="4286" y="351"/>
                    <a:pt x="3785" y="226"/>
                    <a:pt x="3308" y="126"/>
                  </a:cubicBezTo>
                  <a:cubicBezTo>
                    <a:pt x="3058" y="76"/>
                    <a:pt x="2832" y="51"/>
                    <a:pt x="2632" y="26"/>
                  </a:cubicBezTo>
                  <a:cubicBezTo>
                    <a:pt x="2406" y="1"/>
                    <a:pt x="2206" y="1"/>
                    <a:pt x="2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1184650" y="3876108"/>
              <a:ext cx="247824" cy="357416"/>
            </a:xfrm>
            <a:custGeom>
              <a:avLst/>
              <a:gdLst/>
              <a:ahLst/>
              <a:cxnLst/>
              <a:rect l="l" t="t" r="r" b="b"/>
              <a:pathLst>
                <a:path w="10427" h="15038" extrusionOk="0">
                  <a:moveTo>
                    <a:pt x="10276" y="0"/>
                  </a:moveTo>
                  <a:cubicBezTo>
                    <a:pt x="10276" y="0"/>
                    <a:pt x="10176" y="25"/>
                    <a:pt x="10025" y="75"/>
                  </a:cubicBezTo>
                  <a:cubicBezTo>
                    <a:pt x="9850" y="125"/>
                    <a:pt x="9599" y="201"/>
                    <a:pt x="9323" y="326"/>
                  </a:cubicBezTo>
                  <a:cubicBezTo>
                    <a:pt x="9048" y="426"/>
                    <a:pt x="8722" y="577"/>
                    <a:pt x="8346" y="777"/>
                  </a:cubicBezTo>
                  <a:cubicBezTo>
                    <a:pt x="7995" y="952"/>
                    <a:pt x="7619" y="1178"/>
                    <a:pt x="7218" y="1404"/>
                  </a:cubicBezTo>
                  <a:cubicBezTo>
                    <a:pt x="6842" y="1679"/>
                    <a:pt x="6441" y="1955"/>
                    <a:pt x="6040" y="2256"/>
                  </a:cubicBezTo>
                  <a:cubicBezTo>
                    <a:pt x="5639" y="2582"/>
                    <a:pt x="5238" y="2907"/>
                    <a:pt x="4837" y="3283"/>
                  </a:cubicBezTo>
                  <a:cubicBezTo>
                    <a:pt x="4060" y="4035"/>
                    <a:pt x="3358" y="4887"/>
                    <a:pt x="2732" y="5815"/>
                  </a:cubicBezTo>
                  <a:cubicBezTo>
                    <a:pt x="2080" y="6742"/>
                    <a:pt x="1529" y="7745"/>
                    <a:pt x="1128" y="8747"/>
                  </a:cubicBezTo>
                  <a:cubicBezTo>
                    <a:pt x="702" y="9750"/>
                    <a:pt x="401" y="10752"/>
                    <a:pt x="226" y="11679"/>
                  </a:cubicBezTo>
                  <a:cubicBezTo>
                    <a:pt x="50" y="12607"/>
                    <a:pt x="0" y="13434"/>
                    <a:pt x="0" y="14035"/>
                  </a:cubicBezTo>
                  <a:cubicBezTo>
                    <a:pt x="0" y="14336"/>
                    <a:pt x="25" y="14612"/>
                    <a:pt x="25" y="14762"/>
                  </a:cubicBezTo>
                  <a:cubicBezTo>
                    <a:pt x="50" y="14938"/>
                    <a:pt x="50" y="15038"/>
                    <a:pt x="50" y="15038"/>
                  </a:cubicBezTo>
                  <a:cubicBezTo>
                    <a:pt x="50" y="15038"/>
                    <a:pt x="150" y="15013"/>
                    <a:pt x="326" y="14988"/>
                  </a:cubicBezTo>
                  <a:cubicBezTo>
                    <a:pt x="476" y="14938"/>
                    <a:pt x="752" y="14862"/>
                    <a:pt x="1028" y="14762"/>
                  </a:cubicBezTo>
                  <a:cubicBezTo>
                    <a:pt x="1604" y="14562"/>
                    <a:pt x="2381" y="14236"/>
                    <a:pt x="3183" y="13760"/>
                  </a:cubicBezTo>
                  <a:cubicBezTo>
                    <a:pt x="3985" y="13283"/>
                    <a:pt x="4862" y="12682"/>
                    <a:pt x="5664" y="11930"/>
                  </a:cubicBezTo>
                  <a:cubicBezTo>
                    <a:pt x="6466" y="11203"/>
                    <a:pt x="7218" y="10326"/>
                    <a:pt x="7870" y="9374"/>
                  </a:cubicBezTo>
                  <a:cubicBezTo>
                    <a:pt x="8521" y="8421"/>
                    <a:pt x="9073" y="7394"/>
                    <a:pt x="9474" y="6366"/>
                  </a:cubicBezTo>
                  <a:cubicBezTo>
                    <a:pt x="9674" y="5865"/>
                    <a:pt x="9875" y="5364"/>
                    <a:pt x="10000" y="4837"/>
                  </a:cubicBezTo>
                  <a:cubicBezTo>
                    <a:pt x="10125" y="4336"/>
                    <a:pt x="10226" y="3835"/>
                    <a:pt x="10276" y="3384"/>
                  </a:cubicBezTo>
                  <a:cubicBezTo>
                    <a:pt x="10351" y="2907"/>
                    <a:pt x="10401" y="2456"/>
                    <a:pt x="10401" y="2055"/>
                  </a:cubicBezTo>
                  <a:cubicBezTo>
                    <a:pt x="10426" y="1654"/>
                    <a:pt x="10426" y="1303"/>
                    <a:pt x="10401" y="978"/>
                  </a:cubicBezTo>
                  <a:cubicBezTo>
                    <a:pt x="10376" y="677"/>
                    <a:pt x="10351" y="426"/>
                    <a:pt x="10326" y="251"/>
                  </a:cubicBezTo>
                  <a:cubicBezTo>
                    <a:pt x="10301" y="100"/>
                    <a:pt x="10276" y="0"/>
                    <a:pt x="10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9"/>
            <p:cNvSpPr/>
            <p:nvPr/>
          </p:nvSpPr>
          <p:spPr>
            <a:xfrm>
              <a:off x="2017806" y="4040658"/>
              <a:ext cx="147763" cy="126300"/>
            </a:xfrm>
            <a:custGeom>
              <a:avLst/>
              <a:gdLst/>
              <a:ahLst/>
              <a:cxnLst/>
              <a:rect l="l" t="t" r="r" b="b"/>
              <a:pathLst>
                <a:path w="6217" h="5314" extrusionOk="0">
                  <a:moveTo>
                    <a:pt x="5617" y="1"/>
                  </a:moveTo>
                  <a:cubicBezTo>
                    <a:pt x="5526" y="1"/>
                    <a:pt x="5432" y="36"/>
                    <a:pt x="5348" y="120"/>
                  </a:cubicBezTo>
                  <a:cubicBezTo>
                    <a:pt x="3744" y="1699"/>
                    <a:pt x="2015" y="3152"/>
                    <a:pt x="336" y="4606"/>
                  </a:cubicBezTo>
                  <a:cubicBezTo>
                    <a:pt x="0" y="4882"/>
                    <a:pt x="302" y="5314"/>
                    <a:pt x="641" y="5314"/>
                  </a:cubicBezTo>
                  <a:cubicBezTo>
                    <a:pt x="732" y="5314"/>
                    <a:pt x="827" y="5282"/>
                    <a:pt x="912" y="5207"/>
                  </a:cubicBezTo>
                  <a:cubicBezTo>
                    <a:pt x="2616" y="3729"/>
                    <a:pt x="4321" y="2300"/>
                    <a:pt x="5925" y="721"/>
                  </a:cubicBezTo>
                  <a:cubicBezTo>
                    <a:pt x="6217" y="429"/>
                    <a:pt x="5934" y="1"/>
                    <a:pt x="5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1505809" y="4169294"/>
              <a:ext cx="151542" cy="159171"/>
            </a:xfrm>
            <a:custGeom>
              <a:avLst/>
              <a:gdLst/>
              <a:ahLst/>
              <a:cxnLst/>
              <a:rect l="l" t="t" r="r" b="b"/>
              <a:pathLst>
                <a:path w="6376" h="6697" extrusionOk="0">
                  <a:moveTo>
                    <a:pt x="570" y="0"/>
                  </a:moveTo>
                  <a:cubicBezTo>
                    <a:pt x="272" y="0"/>
                    <a:pt x="1" y="419"/>
                    <a:pt x="248" y="723"/>
                  </a:cubicBezTo>
                  <a:cubicBezTo>
                    <a:pt x="1852" y="2803"/>
                    <a:pt x="3531" y="4808"/>
                    <a:pt x="5461" y="6588"/>
                  </a:cubicBezTo>
                  <a:cubicBezTo>
                    <a:pt x="5548" y="6664"/>
                    <a:pt x="5645" y="6696"/>
                    <a:pt x="5739" y="6696"/>
                  </a:cubicBezTo>
                  <a:cubicBezTo>
                    <a:pt x="6076" y="6696"/>
                    <a:pt x="6376" y="6280"/>
                    <a:pt x="6062" y="5986"/>
                  </a:cubicBezTo>
                  <a:cubicBezTo>
                    <a:pt x="4107" y="4207"/>
                    <a:pt x="2453" y="2227"/>
                    <a:pt x="849" y="146"/>
                  </a:cubicBezTo>
                  <a:cubicBezTo>
                    <a:pt x="764" y="43"/>
                    <a:pt x="666" y="0"/>
                    <a:pt x="5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1398732" y="4029059"/>
              <a:ext cx="102747" cy="160312"/>
            </a:xfrm>
            <a:custGeom>
              <a:avLst/>
              <a:gdLst/>
              <a:ahLst/>
              <a:cxnLst/>
              <a:rect l="l" t="t" r="r" b="b"/>
              <a:pathLst>
                <a:path w="4323" h="6745" extrusionOk="0">
                  <a:moveTo>
                    <a:pt x="3816" y="0"/>
                  </a:moveTo>
                  <a:cubicBezTo>
                    <a:pt x="3649" y="0"/>
                    <a:pt x="3478" y="85"/>
                    <a:pt x="3399" y="282"/>
                  </a:cubicBezTo>
                  <a:cubicBezTo>
                    <a:pt x="2547" y="2337"/>
                    <a:pt x="1369" y="4242"/>
                    <a:pt x="191" y="6122"/>
                  </a:cubicBezTo>
                  <a:cubicBezTo>
                    <a:pt x="0" y="6451"/>
                    <a:pt x="290" y="6745"/>
                    <a:pt x="577" y="6745"/>
                  </a:cubicBezTo>
                  <a:cubicBezTo>
                    <a:pt x="705" y="6745"/>
                    <a:pt x="833" y="6687"/>
                    <a:pt x="918" y="6548"/>
                  </a:cubicBezTo>
                  <a:cubicBezTo>
                    <a:pt x="2146" y="4593"/>
                    <a:pt x="3324" y="2638"/>
                    <a:pt x="4201" y="508"/>
                  </a:cubicBezTo>
                  <a:cubicBezTo>
                    <a:pt x="4323" y="203"/>
                    <a:pt x="4075" y="0"/>
                    <a:pt x="3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1866424" y="4157671"/>
              <a:ext cx="125516" cy="137851"/>
            </a:xfrm>
            <a:custGeom>
              <a:avLst/>
              <a:gdLst/>
              <a:ahLst/>
              <a:cxnLst/>
              <a:rect l="l" t="t" r="r" b="b"/>
              <a:pathLst>
                <a:path w="5281" h="5800" extrusionOk="0">
                  <a:moveTo>
                    <a:pt x="637" y="0"/>
                  </a:moveTo>
                  <a:cubicBezTo>
                    <a:pt x="300" y="0"/>
                    <a:pt x="0" y="417"/>
                    <a:pt x="314" y="711"/>
                  </a:cubicBezTo>
                  <a:cubicBezTo>
                    <a:pt x="1918" y="2139"/>
                    <a:pt x="3020" y="3944"/>
                    <a:pt x="4324" y="5623"/>
                  </a:cubicBezTo>
                  <a:cubicBezTo>
                    <a:pt x="4419" y="5748"/>
                    <a:pt x="4549" y="5799"/>
                    <a:pt x="4677" y="5799"/>
                  </a:cubicBezTo>
                  <a:cubicBezTo>
                    <a:pt x="4985" y="5799"/>
                    <a:pt x="5281" y="5498"/>
                    <a:pt x="5051" y="5197"/>
                  </a:cubicBezTo>
                  <a:cubicBezTo>
                    <a:pt x="3697" y="3467"/>
                    <a:pt x="2569" y="1613"/>
                    <a:pt x="915" y="109"/>
                  </a:cubicBezTo>
                  <a:cubicBezTo>
                    <a:pt x="828" y="33"/>
                    <a:pt x="731" y="0"/>
                    <a:pt x="6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9"/>
            <p:cNvSpPr/>
            <p:nvPr/>
          </p:nvSpPr>
          <p:spPr>
            <a:xfrm>
              <a:off x="1921710" y="425902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35" y="0"/>
                  </a:moveTo>
                  <a:cubicBezTo>
                    <a:pt x="255" y="0"/>
                    <a:pt x="0" y="3138"/>
                    <a:pt x="2524" y="3138"/>
                  </a:cubicBezTo>
                  <a:cubicBezTo>
                    <a:pt x="4429" y="3138"/>
                    <a:pt x="4679" y="81"/>
                    <a:pt x="2374" y="5"/>
                  </a:cubicBezTo>
                  <a:cubicBezTo>
                    <a:pt x="2327" y="2"/>
                    <a:pt x="2280" y="0"/>
                    <a:pt x="2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9"/>
            <p:cNvSpPr/>
            <p:nvPr/>
          </p:nvSpPr>
          <p:spPr>
            <a:xfrm>
              <a:off x="1567869" y="4287019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60" y="0"/>
                  </a:moveTo>
                  <a:cubicBezTo>
                    <a:pt x="279" y="0"/>
                    <a:pt x="1" y="3138"/>
                    <a:pt x="2549" y="3138"/>
                  </a:cubicBezTo>
                  <a:cubicBezTo>
                    <a:pt x="4454" y="3138"/>
                    <a:pt x="4679" y="56"/>
                    <a:pt x="2398" y="5"/>
                  </a:cubicBezTo>
                  <a:cubicBezTo>
                    <a:pt x="2351" y="2"/>
                    <a:pt x="2305" y="0"/>
                    <a:pt x="2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9"/>
            <p:cNvSpPr/>
            <p:nvPr/>
          </p:nvSpPr>
          <p:spPr>
            <a:xfrm>
              <a:off x="1432626" y="399690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59" y="1"/>
                  </a:moveTo>
                  <a:cubicBezTo>
                    <a:pt x="256" y="1"/>
                    <a:pt x="1" y="3139"/>
                    <a:pt x="2525" y="3139"/>
                  </a:cubicBezTo>
                  <a:cubicBezTo>
                    <a:pt x="4454" y="3139"/>
                    <a:pt x="4680" y="56"/>
                    <a:pt x="2399" y="6"/>
                  </a:cubicBezTo>
                  <a:cubicBezTo>
                    <a:pt x="2352" y="2"/>
                    <a:pt x="2305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9"/>
            <p:cNvSpPr/>
            <p:nvPr/>
          </p:nvSpPr>
          <p:spPr>
            <a:xfrm>
              <a:off x="1869062" y="4215547"/>
              <a:ext cx="82854" cy="56115"/>
            </a:xfrm>
            <a:custGeom>
              <a:avLst/>
              <a:gdLst/>
              <a:ahLst/>
              <a:cxnLst/>
              <a:rect l="l" t="t" r="r" b="b"/>
              <a:pathLst>
                <a:path w="3486" h="236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61"/>
                  </a:cubicBezTo>
                  <a:cubicBezTo>
                    <a:pt x="3310" y="2361"/>
                    <a:pt x="3486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9"/>
            <p:cNvSpPr/>
            <p:nvPr/>
          </p:nvSpPr>
          <p:spPr>
            <a:xfrm>
              <a:off x="1573003" y="4215547"/>
              <a:ext cx="83448" cy="56115"/>
            </a:xfrm>
            <a:custGeom>
              <a:avLst/>
              <a:gdLst/>
              <a:ahLst/>
              <a:cxnLst/>
              <a:rect l="l" t="t" r="r" b="b"/>
              <a:pathLst>
                <a:path w="3511" h="2361" extrusionOk="0">
                  <a:moveTo>
                    <a:pt x="1666" y="0"/>
                  </a:moveTo>
                  <a:cubicBezTo>
                    <a:pt x="191" y="0"/>
                    <a:pt x="0" y="2336"/>
                    <a:pt x="1907" y="2361"/>
                  </a:cubicBezTo>
                  <a:cubicBezTo>
                    <a:pt x="3335" y="2361"/>
                    <a:pt x="3511" y="55"/>
                    <a:pt x="1781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9"/>
            <p:cNvSpPr/>
            <p:nvPr/>
          </p:nvSpPr>
          <p:spPr>
            <a:xfrm>
              <a:off x="1387133" y="4075550"/>
              <a:ext cx="83234" cy="5554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7" y="1"/>
                  </a:moveTo>
                  <a:cubicBezTo>
                    <a:pt x="192" y="1"/>
                    <a:pt x="0" y="2336"/>
                    <a:pt x="1882" y="2336"/>
                  </a:cubicBezTo>
                  <a:cubicBezTo>
                    <a:pt x="1890" y="2336"/>
                    <a:pt x="1897" y="2336"/>
                    <a:pt x="1905" y="2336"/>
                  </a:cubicBezTo>
                  <a:cubicBezTo>
                    <a:pt x="3313" y="2336"/>
                    <a:pt x="3502" y="30"/>
                    <a:pt x="1782" y="5"/>
                  </a:cubicBezTo>
                  <a:cubicBezTo>
                    <a:pt x="1743" y="2"/>
                    <a:pt x="170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9"/>
            <p:cNvSpPr/>
            <p:nvPr/>
          </p:nvSpPr>
          <p:spPr>
            <a:xfrm>
              <a:off x="2095885" y="4001036"/>
              <a:ext cx="110994" cy="74654"/>
            </a:xfrm>
            <a:custGeom>
              <a:avLst/>
              <a:gdLst/>
              <a:ahLst/>
              <a:cxnLst/>
              <a:rect l="l" t="t" r="r" b="b"/>
              <a:pathLst>
                <a:path w="4670" h="3141" extrusionOk="0">
                  <a:moveTo>
                    <a:pt x="2203" y="1"/>
                  </a:moveTo>
                  <a:cubicBezTo>
                    <a:pt x="244" y="1"/>
                    <a:pt x="0" y="3116"/>
                    <a:pt x="2514" y="3140"/>
                  </a:cubicBezTo>
                  <a:cubicBezTo>
                    <a:pt x="4419" y="3140"/>
                    <a:pt x="4670" y="57"/>
                    <a:pt x="2364" y="7"/>
                  </a:cubicBezTo>
                  <a:cubicBezTo>
                    <a:pt x="2309" y="3"/>
                    <a:pt x="2256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2038841" y="4047551"/>
              <a:ext cx="83448" cy="56139"/>
            </a:xfrm>
            <a:custGeom>
              <a:avLst/>
              <a:gdLst/>
              <a:ahLst/>
              <a:cxnLst/>
              <a:rect l="l" t="t" r="r" b="b"/>
              <a:pathLst>
                <a:path w="3511" h="2362" extrusionOk="0">
                  <a:moveTo>
                    <a:pt x="1666" y="1"/>
                  </a:moveTo>
                  <a:cubicBezTo>
                    <a:pt x="191" y="1"/>
                    <a:pt x="1" y="2337"/>
                    <a:pt x="1907" y="2361"/>
                  </a:cubicBezTo>
                  <a:cubicBezTo>
                    <a:pt x="3335" y="2361"/>
                    <a:pt x="3511" y="55"/>
                    <a:pt x="1782" y="5"/>
                  </a:cubicBezTo>
                  <a:cubicBezTo>
                    <a:pt x="1742" y="2"/>
                    <a:pt x="1704" y="1"/>
                    <a:pt x="1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9"/>
            <p:cNvSpPr/>
            <p:nvPr/>
          </p:nvSpPr>
          <p:spPr>
            <a:xfrm>
              <a:off x="948153" y="3917680"/>
              <a:ext cx="211483" cy="380779"/>
            </a:xfrm>
            <a:custGeom>
              <a:avLst/>
              <a:gdLst/>
              <a:ahLst/>
              <a:cxnLst/>
              <a:rect l="l" t="t" r="r" b="b"/>
              <a:pathLst>
                <a:path w="8898" h="16021" extrusionOk="0">
                  <a:moveTo>
                    <a:pt x="4239" y="1"/>
                  </a:moveTo>
                  <a:cubicBezTo>
                    <a:pt x="3672" y="1"/>
                    <a:pt x="3052" y="99"/>
                    <a:pt x="2431" y="381"/>
                  </a:cubicBezTo>
                  <a:cubicBezTo>
                    <a:pt x="2005" y="582"/>
                    <a:pt x="1629" y="858"/>
                    <a:pt x="1328" y="1183"/>
                  </a:cubicBezTo>
                  <a:cubicBezTo>
                    <a:pt x="1003" y="1484"/>
                    <a:pt x="777" y="1860"/>
                    <a:pt x="602" y="2186"/>
                  </a:cubicBezTo>
                  <a:cubicBezTo>
                    <a:pt x="251" y="2888"/>
                    <a:pt x="125" y="3564"/>
                    <a:pt x="50" y="4166"/>
                  </a:cubicBezTo>
                  <a:cubicBezTo>
                    <a:pt x="0" y="4767"/>
                    <a:pt x="0" y="5344"/>
                    <a:pt x="25" y="5895"/>
                  </a:cubicBezTo>
                  <a:cubicBezTo>
                    <a:pt x="100" y="6973"/>
                    <a:pt x="301" y="7950"/>
                    <a:pt x="552" y="8853"/>
                  </a:cubicBezTo>
                  <a:cubicBezTo>
                    <a:pt x="802" y="9755"/>
                    <a:pt x="1078" y="10557"/>
                    <a:pt x="1354" y="11309"/>
                  </a:cubicBezTo>
                  <a:cubicBezTo>
                    <a:pt x="1930" y="12788"/>
                    <a:pt x="2557" y="13965"/>
                    <a:pt x="3008" y="14767"/>
                  </a:cubicBezTo>
                  <a:cubicBezTo>
                    <a:pt x="3233" y="15194"/>
                    <a:pt x="3434" y="15494"/>
                    <a:pt x="3559" y="15695"/>
                  </a:cubicBezTo>
                  <a:cubicBezTo>
                    <a:pt x="3684" y="15920"/>
                    <a:pt x="3760" y="16021"/>
                    <a:pt x="3760" y="16021"/>
                  </a:cubicBezTo>
                  <a:cubicBezTo>
                    <a:pt x="3760" y="16021"/>
                    <a:pt x="3760" y="15895"/>
                    <a:pt x="3734" y="15645"/>
                  </a:cubicBezTo>
                  <a:cubicBezTo>
                    <a:pt x="3734" y="15394"/>
                    <a:pt x="3709" y="15018"/>
                    <a:pt x="3659" y="14567"/>
                  </a:cubicBezTo>
                  <a:cubicBezTo>
                    <a:pt x="3609" y="14116"/>
                    <a:pt x="3559" y="13564"/>
                    <a:pt x="3509" y="12938"/>
                  </a:cubicBezTo>
                  <a:cubicBezTo>
                    <a:pt x="3434" y="12311"/>
                    <a:pt x="3359" y="11610"/>
                    <a:pt x="3283" y="10833"/>
                  </a:cubicBezTo>
                  <a:cubicBezTo>
                    <a:pt x="3208" y="10081"/>
                    <a:pt x="3133" y="9279"/>
                    <a:pt x="3058" y="8427"/>
                  </a:cubicBezTo>
                  <a:cubicBezTo>
                    <a:pt x="3008" y="7574"/>
                    <a:pt x="2983" y="6697"/>
                    <a:pt x="3033" y="5845"/>
                  </a:cubicBezTo>
                  <a:cubicBezTo>
                    <a:pt x="3058" y="5419"/>
                    <a:pt x="3083" y="4993"/>
                    <a:pt x="3183" y="4617"/>
                  </a:cubicBezTo>
                  <a:cubicBezTo>
                    <a:pt x="3258" y="4241"/>
                    <a:pt x="3359" y="3915"/>
                    <a:pt x="3484" y="3715"/>
                  </a:cubicBezTo>
                  <a:cubicBezTo>
                    <a:pt x="3634" y="3514"/>
                    <a:pt x="3709" y="3464"/>
                    <a:pt x="3810" y="3414"/>
                  </a:cubicBezTo>
                  <a:cubicBezTo>
                    <a:pt x="3892" y="3373"/>
                    <a:pt x="4074" y="3332"/>
                    <a:pt x="4315" y="3332"/>
                  </a:cubicBezTo>
                  <a:cubicBezTo>
                    <a:pt x="4369" y="3332"/>
                    <a:pt x="4427" y="3334"/>
                    <a:pt x="4486" y="3339"/>
                  </a:cubicBezTo>
                  <a:cubicBezTo>
                    <a:pt x="4562" y="3364"/>
                    <a:pt x="4637" y="3364"/>
                    <a:pt x="4737" y="3389"/>
                  </a:cubicBezTo>
                  <a:lnTo>
                    <a:pt x="4837" y="3389"/>
                  </a:lnTo>
                  <a:lnTo>
                    <a:pt x="4937" y="3414"/>
                  </a:lnTo>
                  <a:lnTo>
                    <a:pt x="4988" y="3439"/>
                  </a:lnTo>
                  <a:lnTo>
                    <a:pt x="5038" y="3439"/>
                  </a:lnTo>
                  <a:lnTo>
                    <a:pt x="5113" y="3464"/>
                  </a:lnTo>
                  <a:cubicBezTo>
                    <a:pt x="5163" y="3489"/>
                    <a:pt x="5213" y="3514"/>
                    <a:pt x="5238" y="3539"/>
                  </a:cubicBezTo>
                  <a:cubicBezTo>
                    <a:pt x="5389" y="3615"/>
                    <a:pt x="5464" y="3690"/>
                    <a:pt x="5589" y="3890"/>
                  </a:cubicBezTo>
                  <a:cubicBezTo>
                    <a:pt x="5689" y="4091"/>
                    <a:pt x="5765" y="4417"/>
                    <a:pt x="5815" y="4792"/>
                  </a:cubicBezTo>
                  <a:cubicBezTo>
                    <a:pt x="5840" y="5168"/>
                    <a:pt x="5840" y="5569"/>
                    <a:pt x="5815" y="5996"/>
                  </a:cubicBezTo>
                  <a:cubicBezTo>
                    <a:pt x="5740" y="6848"/>
                    <a:pt x="5589" y="7725"/>
                    <a:pt x="5414" y="8552"/>
                  </a:cubicBezTo>
                  <a:cubicBezTo>
                    <a:pt x="5238" y="9379"/>
                    <a:pt x="5063" y="10181"/>
                    <a:pt x="4862" y="10933"/>
                  </a:cubicBezTo>
                  <a:cubicBezTo>
                    <a:pt x="4511" y="12412"/>
                    <a:pt x="4186" y="13690"/>
                    <a:pt x="3985" y="14592"/>
                  </a:cubicBezTo>
                  <a:cubicBezTo>
                    <a:pt x="3885" y="15043"/>
                    <a:pt x="3835" y="15394"/>
                    <a:pt x="3810" y="15645"/>
                  </a:cubicBezTo>
                  <a:cubicBezTo>
                    <a:pt x="3760" y="15895"/>
                    <a:pt x="3760" y="16021"/>
                    <a:pt x="3760" y="16021"/>
                  </a:cubicBezTo>
                  <a:cubicBezTo>
                    <a:pt x="3760" y="16021"/>
                    <a:pt x="4060" y="15595"/>
                    <a:pt x="4587" y="14843"/>
                  </a:cubicBezTo>
                  <a:cubicBezTo>
                    <a:pt x="5113" y="14091"/>
                    <a:pt x="5865" y="13013"/>
                    <a:pt x="6617" y="11610"/>
                  </a:cubicBezTo>
                  <a:cubicBezTo>
                    <a:pt x="7018" y="10933"/>
                    <a:pt x="7394" y="10156"/>
                    <a:pt x="7770" y="9304"/>
                  </a:cubicBezTo>
                  <a:cubicBezTo>
                    <a:pt x="8120" y="8427"/>
                    <a:pt x="8471" y="7499"/>
                    <a:pt x="8697" y="6422"/>
                  </a:cubicBezTo>
                  <a:cubicBezTo>
                    <a:pt x="8797" y="5895"/>
                    <a:pt x="8897" y="5319"/>
                    <a:pt x="8897" y="4717"/>
                  </a:cubicBezTo>
                  <a:cubicBezTo>
                    <a:pt x="8897" y="4091"/>
                    <a:pt x="8847" y="3389"/>
                    <a:pt x="8547" y="2662"/>
                  </a:cubicBezTo>
                  <a:cubicBezTo>
                    <a:pt x="8271" y="1935"/>
                    <a:pt x="7694" y="1158"/>
                    <a:pt x="6943" y="707"/>
                  </a:cubicBezTo>
                  <a:cubicBezTo>
                    <a:pt x="6767" y="582"/>
                    <a:pt x="6592" y="507"/>
                    <a:pt x="6391" y="432"/>
                  </a:cubicBezTo>
                  <a:lnTo>
                    <a:pt x="6115" y="306"/>
                  </a:lnTo>
                  <a:lnTo>
                    <a:pt x="5790" y="206"/>
                  </a:lnTo>
                  <a:lnTo>
                    <a:pt x="5664" y="181"/>
                  </a:lnTo>
                  <a:lnTo>
                    <a:pt x="5564" y="156"/>
                  </a:lnTo>
                  <a:lnTo>
                    <a:pt x="5414" y="131"/>
                  </a:lnTo>
                  <a:lnTo>
                    <a:pt x="5288" y="106"/>
                  </a:lnTo>
                  <a:cubicBezTo>
                    <a:pt x="5138" y="81"/>
                    <a:pt x="4963" y="56"/>
                    <a:pt x="4787" y="31"/>
                  </a:cubicBezTo>
                  <a:cubicBezTo>
                    <a:pt x="4612" y="12"/>
                    <a:pt x="4428" y="1"/>
                    <a:pt x="4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9"/>
            <p:cNvSpPr/>
            <p:nvPr/>
          </p:nvSpPr>
          <p:spPr>
            <a:xfrm>
              <a:off x="1037499" y="4294293"/>
              <a:ext cx="316916" cy="300920"/>
            </a:xfrm>
            <a:custGeom>
              <a:avLst/>
              <a:gdLst/>
              <a:ahLst/>
              <a:cxnLst/>
              <a:rect l="l" t="t" r="r" b="b"/>
              <a:pathLst>
                <a:path w="13334" h="12661" extrusionOk="0">
                  <a:moveTo>
                    <a:pt x="1504" y="0"/>
                  </a:moveTo>
                  <a:cubicBezTo>
                    <a:pt x="1028" y="0"/>
                    <a:pt x="627" y="50"/>
                    <a:pt x="376" y="100"/>
                  </a:cubicBezTo>
                  <a:cubicBezTo>
                    <a:pt x="126" y="151"/>
                    <a:pt x="1" y="176"/>
                    <a:pt x="1" y="176"/>
                  </a:cubicBezTo>
                  <a:cubicBezTo>
                    <a:pt x="1" y="1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26" y="226"/>
                    <a:pt x="376" y="276"/>
                  </a:cubicBezTo>
                  <a:cubicBezTo>
                    <a:pt x="602" y="351"/>
                    <a:pt x="953" y="476"/>
                    <a:pt x="1379" y="652"/>
                  </a:cubicBezTo>
                  <a:cubicBezTo>
                    <a:pt x="2206" y="1028"/>
                    <a:pt x="3384" y="1604"/>
                    <a:pt x="4687" y="2406"/>
                  </a:cubicBezTo>
                  <a:cubicBezTo>
                    <a:pt x="5339" y="2807"/>
                    <a:pt x="6041" y="3233"/>
                    <a:pt x="6717" y="3760"/>
                  </a:cubicBezTo>
                  <a:cubicBezTo>
                    <a:pt x="7394" y="4261"/>
                    <a:pt x="8071" y="4812"/>
                    <a:pt x="8672" y="5439"/>
                  </a:cubicBezTo>
                  <a:cubicBezTo>
                    <a:pt x="8948" y="5740"/>
                    <a:pt x="9224" y="6065"/>
                    <a:pt x="9449" y="6391"/>
                  </a:cubicBezTo>
                  <a:cubicBezTo>
                    <a:pt x="9650" y="6717"/>
                    <a:pt x="9800" y="7018"/>
                    <a:pt x="9875" y="7319"/>
                  </a:cubicBezTo>
                  <a:cubicBezTo>
                    <a:pt x="9976" y="7594"/>
                    <a:pt x="9976" y="7845"/>
                    <a:pt x="9925" y="8095"/>
                  </a:cubicBezTo>
                  <a:cubicBezTo>
                    <a:pt x="9875" y="8321"/>
                    <a:pt x="9775" y="8597"/>
                    <a:pt x="9575" y="8872"/>
                  </a:cubicBezTo>
                  <a:lnTo>
                    <a:pt x="9549" y="8923"/>
                  </a:lnTo>
                  <a:lnTo>
                    <a:pt x="9549" y="8923"/>
                  </a:lnTo>
                  <a:lnTo>
                    <a:pt x="9549" y="8923"/>
                  </a:lnTo>
                  <a:lnTo>
                    <a:pt x="9524" y="8948"/>
                  </a:lnTo>
                  <a:cubicBezTo>
                    <a:pt x="9527" y="8945"/>
                    <a:pt x="9529" y="8943"/>
                    <a:pt x="9530" y="8943"/>
                  </a:cubicBezTo>
                  <a:cubicBezTo>
                    <a:pt x="9530" y="8943"/>
                    <a:pt x="9530" y="8945"/>
                    <a:pt x="9529" y="8948"/>
                  </a:cubicBezTo>
                  <a:lnTo>
                    <a:pt x="9529" y="8948"/>
                  </a:lnTo>
                  <a:lnTo>
                    <a:pt x="9424" y="9073"/>
                  </a:lnTo>
                  <a:cubicBezTo>
                    <a:pt x="9374" y="9123"/>
                    <a:pt x="9374" y="9148"/>
                    <a:pt x="9324" y="9198"/>
                  </a:cubicBezTo>
                  <a:cubicBezTo>
                    <a:pt x="9249" y="9273"/>
                    <a:pt x="9174" y="9324"/>
                    <a:pt x="9123" y="9349"/>
                  </a:cubicBezTo>
                  <a:cubicBezTo>
                    <a:pt x="9073" y="9374"/>
                    <a:pt x="9073" y="9374"/>
                    <a:pt x="9023" y="9374"/>
                  </a:cubicBezTo>
                  <a:cubicBezTo>
                    <a:pt x="8998" y="9386"/>
                    <a:pt x="8967" y="9392"/>
                    <a:pt x="8926" y="9392"/>
                  </a:cubicBezTo>
                  <a:cubicBezTo>
                    <a:pt x="8885" y="9392"/>
                    <a:pt x="8835" y="9386"/>
                    <a:pt x="8773" y="9374"/>
                  </a:cubicBezTo>
                  <a:cubicBezTo>
                    <a:pt x="8572" y="9298"/>
                    <a:pt x="8246" y="9148"/>
                    <a:pt x="7920" y="8923"/>
                  </a:cubicBezTo>
                  <a:cubicBezTo>
                    <a:pt x="7595" y="8697"/>
                    <a:pt x="7244" y="8396"/>
                    <a:pt x="6918" y="8095"/>
                  </a:cubicBezTo>
                  <a:cubicBezTo>
                    <a:pt x="6291" y="7494"/>
                    <a:pt x="5665" y="6817"/>
                    <a:pt x="5088" y="6166"/>
                  </a:cubicBezTo>
                  <a:cubicBezTo>
                    <a:pt x="4537" y="5489"/>
                    <a:pt x="3986" y="4837"/>
                    <a:pt x="3509" y="4236"/>
                  </a:cubicBezTo>
                  <a:cubicBezTo>
                    <a:pt x="2507" y="3008"/>
                    <a:pt x="1655" y="1980"/>
                    <a:pt x="1028" y="1253"/>
                  </a:cubicBezTo>
                  <a:cubicBezTo>
                    <a:pt x="727" y="902"/>
                    <a:pt x="452" y="627"/>
                    <a:pt x="276" y="451"/>
                  </a:cubicBezTo>
                  <a:cubicBezTo>
                    <a:pt x="101" y="2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51" y="702"/>
                    <a:pt x="452" y="1604"/>
                  </a:cubicBezTo>
                  <a:cubicBezTo>
                    <a:pt x="752" y="2481"/>
                    <a:pt x="1178" y="3760"/>
                    <a:pt x="1855" y="5238"/>
                  </a:cubicBezTo>
                  <a:cubicBezTo>
                    <a:pt x="2181" y="5990"/>
                    <a:pt x="2582" y="6767"/>
                    <a:pt x="3033" y="7594"/>
                  </a:cubicBezTo>
                  <a:cubicBezTo>
                    <a:pt x="3509" y="8421"/>
                    <a:pt x="4061" y="9273"/>
                    <a:pt x="4762" y="10126"/>
                  </a:cubicBezTo>
                  <a:cubicBezTo>
                    <a:pt x="5113" y="10552"/>
                    <a:pt x="5514" y="10978"/>
                    <a:pt x="5991" y="11379"/>
                  </a:cubicBezTo>
                  <a:cubicBezTo>
                    <a:pt x="6467" y="11780"/>
                    <a:pt x="7018" y="12181"/>
                    <a:pt x="7770" y="12456"/>
                  </a:cubicBezTo>
                  <a:cubicBezTo>
                    <a:pt x="8129" y="12569"/>
                    <a:pt x="8508" y="12661"/>
                    <a:pt x="8944" y="12661"/>
                  </a:cubicBezTo>
                  <a:cubicBezTo>
                    <a:pt x="8995" y="12661"/>
                    <a:pt x="9046" y="12660"/>
                    <a:pt x="9098" y="12657"/>
                  </a:cubicBezTo>
                  <a:cubicBezTo>
                    <a:pt x="9139" y="12659"/>
                    <a:pt x="9180" y="12660"/>
                    <a:pt x="9220" y="12660"/>
                  </a:cubicBezTo>
                  <a:cubicBezTo>
                    <a:pt x="9659" y="12660"/>
                    <a:pt x="10112" y="12540"/>
                    <a:pt x="10502" y="12356"/>
                  </a:cubicBezTo>
                  <a:cubicBezTo>
                    <a:pt x="10928" y="12156"/>
                    <a:pt x="11304" y="11905"/>
                    <a:pt x="11605" y="11629"/>
                  </a:cubicBezTo>
                  <a:cubicBezTo>
                    <a:pt x="11755" y="11504"/>
                    <a:pt x="11905" y="11304"/>
                    <a:pt x="12031" y="11153"/>
                  </a:cubicBezTo>
                  <a:lnTo>
                    <a:pt x="12156" y="11003"/>
                  </a:lnTo>
                  <a:lnTo>
                    <a:pt x="12206" y="10953"/>
                  </a:lnTo>
                  <a:lnTo>
                    <a:pt x="12281" y="10852"/>
                  </a:lnTo>
                  <a:lnTo>
                    <a:pt x="12281" y="10827"/>
                  </a:lnTo>
                  <a:lnTo>
                    <a:pt x="12357" y="10727"/>
                  </a:lnTo>
                  <a:cubicBezTo>
                    <a:pt x="12758" y="10126"/>
                    <a:pt x="13083" y="9399"/>
                    <a:pt x="13209" y="8597"/>
                  </a:cubicBezTo>
                  <a:cubicBezTo>
                    <a:pt x="13334" y="7795"/>
                    <a:pt x="13209" y="6968"/>
                    <a:pt x="12958" y="6291"/>
                  </a:cubicBezTo>
                  <a:cubicBezTo>
                    <a:pt x="12707" y="5589"/>
                    <a:pt x="12331" y="5013"/>
                    <a:pt x="11930" y="4511"/>
                  </a:cubicBezTo>
                  <a:cubicBezTo>
                    <a:pt x="11529" y="4010"/>
                    <a:pt x="11103" y="3609"/>
                    <a:pt x="10652" y="3258"/>
                  </a:cubicBezTo>
                  <a:cubicBezTo>
                    <a:pt x="9775" y="2532"/>
                    <a:pt x="8873" y="2005"/>
                    <a:pt x="7996" y="1579"/>
                  </a:cubicBezTo>
                  <a:cubicBezTo>
                    <a:pt x="7118" y="1178"/>
                    <a:pt x="6266" y="852"/>
                    <a:pt x="5464" y="627"/>
                  </a:cubicBezTo>
                  <a:cubicBezTo>
                    <a:pt x="3860" y="151"/>
                    <a:pt x="2482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9"/>
            <p:cNvSpPr/>
            <p:nvPr/>
          </p:nvSpPr>
          <p:spPr>
            <a:xfrm>
              <a:off x="720000" y="4226980"/>
              <a:ext cx="323476" cy="95926"/>
            </a:xfrm>
            <a:custGeom>
              <a:avLst/>
              <a:gdLst/>
              <a:ahLst/>
              <a:cxnLst/>
              <a:rect l="l" t="t" r="r" b="b"/>
              <a:pathLst>
                <a:path w="13610" h="4036" extrusionOk="0">
                  <a:moveTo>
                    <a:pt x="777" y="0"/>
                  </a:moveTo>
                  <a:lnTo>
                    <a:pt x="0" y="1930"/>
                  </a:lnTo>
                  <a:cubicBezTo>
                    <a:pt x="1529" y="2531"/>
                    <a:pt x="3509" y="3033"/>
                    <a:pt x="5614" y="3409"/>
                  </a:cubicBezTo>
                  <a:cubicBezTo>
                    <a:pt x="7744" y="3810"/>
                    <a:pt x="9950" y="4035"/>
                    <a:pt x="11855" y="4035"/>
                  </a:cubicBezTo>
                  <a:cubicBezTo>
                    <a:pt x="12481" y="4035"/>
                    <a:pt x="13058" y="4010"/>
                    <a:pt x="13609" y="3960"/>
                  </a:cubicBezTo>
                  <a:lnTo>
                    <a:pt x="13384" y="1880"/>
                  </a:lnTo>
                  <a:cubicBezTo>
                    <a:pt x="12932" y="1930"/>
                    <a:pt x="12406" y="1955"/>
                    <a:pt x="11855" y="1955"/>
                  </a:cubicBezTo>
                  <a:cubicBezTo>
                    <a:pt x="10125" y="1955"/>
                    <a:pt x="7995" y="1729"/>
                    <a:pt x="5990" y="1353"/>
                  </a:cubicBezTo>
                  <a:cubicBezTo>
                    <a:pt x="3985" y="1003"/>
                    <a:pt x="2080" y="501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9"/>
            <p:cNvSpPr/>
            <p:nvPr/>
          </p:nvSpPr>
          <p:spPr>
            <a:xfrm>
              <a:off x="968404" y="4286544"/>
              <a:ext cx="99491" cy="316322"/>
            </a:xfrm>
            <a:custGeom>
              <a:avLst/>
              <a:gdLst/>
              <a:ahLst/>
              <a:cxnLst/>
              <a:rect l="l" t="t" r="r" b="b"/>
              <a:pathLst>
                <a:path w="4186" h="13309" extrusionOk="0">
                  <a:moveTo>
                    <a:pt x="2281" y="0"/>
                  </a:moveTo>
                  <a:cubicBezTo>
                    <a:pt x="777" y="3409"/>
                    <a:pt x="25" y="7544"/>
                    <a:pt x="0" y="11229"/>
                  </a:cubicBezTo>
                  <a:cubicBezTo>
                    <a:pt x="0" y="11930"/>
                    <a:pt x="50" y="12632"/>
                    <a:pt x="101" y="13309"/>
                  </a:cubicBezTo>
                  <a:lnTo>
                    <a:pt x="2181" y="13108"/>
                  </a:lnTo>
                  <a:cubicBezTo>
                    <a:pt x="2131" y="12507"/>
                    <a:pt x="2106" y="11880"/>
                    <a:pt x="2106" y="11229"/>
                  </a:cubicBezTo>
                  <a:cubicBezTo>
                    <a:pt x="2106" y="7845"/>
                    <a:pt x="2832" y="3910"/>
                    <a:pt x="4186" y="853"/>
                  </a:cubicBez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9"/>
            <p:cNvSpPr/>
            <p:nvPr/>
          </p:nvSpPr>
          <p:spPr>
            <a:xfrm>
              <a:off x="980312" y="4254361"/>
              <a:ext cx="128107" cy="98920"/>
            </a:xfrm>
            <a:custGeom>
              <a:avLst/>
              <a:gdLst/>
              <a:ahLst/>
              <a:cxnLst/>
              <a:rect l="l" t="t" r="r" b="b"/>
              <a:pathLst>
                <a:path w="5390" h="4162" extrusionOk="0">
                  <a:moveTo>
                    <a:pt x="2707" y="1"/>
                  </a:moveTo>
                  <a:cubicBezTo>
                    <a:pt x="1" y="1"/>
                    <a:pt x="1" y="4161"/>
                    <a:pt x="2707" y="4161"/>
                  </a:cubicBezTo>
                  <a:cubicBezTo>
                    <a:pt x="5389" y="4161"/>
                    <a:pt x="5389" y="1"/>
                    <a:pt x="27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2" name="Google Shape;882;p29"/>
          <p:cNvGrpSpPr/>
          <p:nvPr/>
        </p:nvGrpSpPr>
        <p:grpSpPr>
          <a:xfrm rot="5400000" flipH="1">
            <a:off x="6747783" y="2023696"/>
            <a:ext cx="2661231" cy="1000858"/>
            <a:chOff x="720000" y="3829047"/>
            <a:chExt cx="2057547" cy="773819"/>
          </a:xfrm>
        </p:grpSpPr>
        <p:sp>
          <p:nvSpPr>
            <p:cNvPr id="883" name="Google Shape;883;p29"/>
            <p:cNvSpPr/>
            <p:nvPr/>
          </p:nvSpPr>
          <p:spPr>
            <a:xfrm>
              <a:off x="747524" y="4140653"/>
              <a:ext cx="1628264" cy="367137"/>
            </a:xfrm>
            <a:custGeom>
              <a:avLst/>
              <a:gdLst/>
              <a:ahLst/>
              <a:cxnLst/>
              <a:rect l="l" t="t" r="r" b="b"/>
              <a:pathLst>
                <a:path w="68508" h="15447" extrusionOk="0">
                  <a:moveTo>
                    <a:pt x="43313" y="0"/>
                  </a:moveTo>
                  <a:cubicBezTo>
                    <a:pt x="39438" y="0"/>
                    <a:pt x="35566" y="236"/>
                    <a:pt x="31724" y="725"/>
                  </a:cubicBezTo>
                  <a:cubicBezTo>
                    <a:pt x="20271" y="2178"/>
                    <a:pt x="8842" y="6239"/>
                    <a:pt x="446" y="14384"/>
                  </a:cubicBezTo>
                  <a:cubicBezTo>
                    <a:pt x="0" y="14810"/>
                    <a:pt x="424" y="15447"/>
                    <a:pt x="917" y="15447"/>
                  </a:cubicBezTo>
                  <a:cubicBezTo>
                    <a:pt x="1061" y="15447"/>
                    <a:pt x="1212" y="15392"/>
                    <a:pt x="1348" y="15261"/>
                  </a:cubicBezTo>
                  <a:cubicBezTo>
                    <a:pt x="9820" y="7041"/>
                    <a:pt x="21374" y="3206"/>
                    <a:pt x="32927" y="1828"/>
                  </a:cubicBezTo>
                  <a:cubicBezTo>
                    <a:pt x="36361" y="1423"/>
                    <a:pt x="39826" y="1229"/>
                    <a:pt x="43297" y="1229"/>
                  </a:cubicBezTo>
                  <a:cubicBezTo>
                    <a:pt x="51430" y="1229"/>
                    <a:pt x="59595" y="2294"/>
                    <a:pt x="67464" y="4209"/>
                  </a:cubicBezTo>
                  <a:cubicBezTo>
                    <a:pt x="67523" y="4224"/>
                    <a:pt x="67580" y="4231"/>
                    <a:pt x="67634" y="4231"/>
                  </a:cubicBezTo>
                  <a:cubicBezTo>
                    <a:pt x="68284" y="4231"/>
                    <a:pt x="68507" y="3191"/>
                    <a:pt x="67790" y="3006"/>
                  </a:cubicBezTo>
                  <a:cubicBezTo>
                    <a:pt x="59796" y="1063"/>
                    <a:pt x="51548" y="0"/>
                    <a:pt x="43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9"/>
            <p:cNvSpPr/>
            <p:nvPr/>
          </p:nvSpPr>
          <p:spPr>
            <a:xfrm>
              <a:off x="2336731" y="4176923"/>
              <a:ext cx="440816" cy="166681"/>
            </a:xfrm>
            <a:custGeom>
              <a:avLst/>
              <a:gdLst/>
              <a:ahLst/>
              <a:cxnLst/>
              <a:rect l="l" t="t" r="r" b="b"/>
              <a:pathLst>
                <a:path w="18547" h="7013" extrusionOk="0">
                  <a:moveTo>
                    <a:pt x="6492" y="1"/>
                  </a:moveTo>
                  <a:cubicBezTo>
                    <a:pt x="5890" y="1"/>
                    <a:pt x="5339" y="26"/>
                    <a:pt x="4762" y="101"/>
                  </a:cubicBezTo>
                  <a:cubicBezTo>
                    <a:pt x="4211" y="176"/>
                    <a:pt x="3685" y="277"/>
                    <a:pt x="3183" y="402"/>
                  </a:cubicBezTo>
                  <a:cubicBezTo>
                    <a:pt x="2958" y="477"/>
                    <a:pt x="2707" y="527"/>
                    <a:pt x="2507" y="577"/>
                  </a:cubicBezTo>
                  <a:cubicBezTo>
                    <a:pt x="2281" y="678"/>
                    <a:pt x="2081" y="728"/>
                    <a:pt x="1880" y="828"/>
                  </a:cubicBezTo>
                  <a:cubicBezTo>
                    <a:pt x="1504" y="978"/>
                    <a:pt x="1153" y="1129"/>
                    <a:pt x="878" y="1279"/>
                  </a:cubicBezTo>
                  <a:cubicBezTo>
                    <a:pt x="602" y="1404"/>
                    <a:pt x="376" y="1555"/>
                    <a:pt x="226" y="1655"/>
                  </a:cubicBezTo>
                  <a:cubicBezTo>
                    <a:pt x="76" y="1730"/>
                    <a:pt x="0" y="1805"/>
                    <a:pt x="0" y="1805"/>
                  </a:cubicBezTo>
                  <a:cubicBezTo>
                    <a:pt x="0" y="1805"/>
                    <a:pt x="51" y="1881"/>
                    <a:pt x="176" y="2006"/>
                  </a:cubicBezTo>
                  <a:cubicBezTo>
                    <a:pt x="301" y="2131"/>
                    <a:pt x="502" y="2332"/>
                    <a:pt x="727" y="2507"/>
                  </a:cubicBezTo>
                  <a:cubicBezTo>
                    <a:pt x="978" y="2733"/>
                    <a:pt x="1254" y="2958"/>
                    <a:pt x="1579" y="3209"/>
                  </a:cubicBezTo>
                  <a:cubicBezTo>
                    <a:pt x="1930" y="3434"/>
                    <a:pt x="2281" y="3685"/>
                    <a:pt x="2682" y="3986"/>
                  </a:cubicBezTo>
                  <a:cubicBezTo>
                    <a:pt x="3083" y="4236"/>
                    <a:pt x="3509" y="4512"/>
                    <a:pt x="3960" y="4738"/>
                  </a:cubicBezTo>
                  <a:cubicBezTo>
                    <a:pt x="4412" y="4988"/>
                    <a:pt x="4913" y="5239"/>
                    <a:pt x="5414" y="5439"/>
                  </a:cubicBezTo>
                  <a:cubicBezTo>
                    <a:pt x="6417" y="5866"/>
                    <a:pt x="7519" y="6241"/>
                    <a:pt x="8647" y="6492"/>
                  </a:cubicBezTo>
                  <a:cubicBezTo>
                    <a:pt x="9224" y="6642"/>
                    <a:pt x="9775" y="6743"/>
                    <a:pt x="10351" y="6818"/>
                  </a:cubicBezTo>
                  <a:cubicBezTo>
                    <a:pt x="10928" y="6918"/>
                    <a:pt x="11479" y="6968"/>
                    <a:pt x="12056" y="6993"/>
                  </a:cubicBezTo>
                  <a:cubicBezTo>
                    <a:pt x="12341" y="7006"/>
                    <a:pt x="12624" y="7013"/>
                    <a:pt x="12904" y="7013"/>
                  </a:cubicBezTo>
                  <a:cubicBezTo>
                    <a:pt x="13707" y="7013"/>
                    <a:pt x="14482" y="6961"/>
                    <a:pt x="15189" y="6868"/>
                  </a:cubicBezTo>
                  <a:cubicBezTo>
                    <a:pt x="16141" y="6718"/>
                    <a:pt x="16968" y="6517"/>
                    <a:pt x="17570" y="6342"/>
                  </a:cubicBezTo>
                  <a:cubicBezTo>
                    <a:pt x="17870" y="6241"/>
                    <a:pt x="18121" y="6141"/>
                    <a:pt x="18296" y="6091"/>
                  </a:cubicBezTo>
                  <a:cubicBezTo>
                    <a:pt x="18447" y="6016"/>
                    <a:pt x="18547" y="5966"/>
                    <a:pt x="18547" y="5966"/>
                  </a:cubicBezTo>
                  <a:cubicBezTo>
                    <a:pt x="18547" y="5966"/>
                    <a:pt x="18497" y="5891"/>
                    <a:pt x="18397" y="5740"/>
                  </a:cubicBezTo>
                  <a:cubicBezTo>
                    <a:pt x="18296" y="5615"/>
                    <a:pt x="18146" y="5364"/>
                    <a:pt x="17945" y="5139"/>
                  </a:cubicBezTo>
                  <a:cubicBezTo>
                    <a:pt x="17745" y="4888"/>
                    <a:pt x="17519" y="4612"/>
                    <a:pt x="17219" y="4312"/>
                  </a:cubicBezTo>
                  <a:cubicBezTo>
                    <a:pt x="16918" y="3986"/>
                    <a:pt x="16592" y="3685"/>
                    <a:pt x="16216" y="3384"/>
                  </a:cubicBezTo>
                  <a:cubicBezTo>
                    <a:pt x="15815" y="3058"/>
                    <a:pt x="15414" y="2733"/>
                    <a:pt x="14938" y="2432"/>
                  </a:cubicBezTo>
                  <a:cubicBezTo>
                    <a:pt x="14487" y="2156"/>
                    <a:pt x="13986" y="1881"/>
                    <a:pt x="13459" y="1605"/>
                  </a:cubicBezTo>
                  <a:cubicBezTo>
                    <a:pt x="12958" y="1354"/>
                    <a:pt x="12407" y="1104"/>
                    <a:pt x="11830" y="928"/>
                  </a:cubicBezTo>
                  <a:cubicBezTo>
                    <a:pt x="11254" y="728"/>
                    <a:pt x="10677" y="552"/>
                    <a:pt x="10076" y="402"/>
                  </a:cubicBezTo>
                  <a:cubicBezTo>
                    <a:pt x="9474" y="277"/>
                    <a:pt x="8873" y="176"/>
                    <a:pt x="8271" y="101"/>
                  </a:cubicBezTo>
                  <a:cubicBezTo>
                    <a:pt x="7670" y="26"/>
                    <a:pt x="7068" y="1"/>
                    <a:pt x="64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2160393" y="3951383"/>
              <a:ext cx="378878" cy="230925"/>
            </a:xfrm>
            <a:custGeom>
              <a:avLst/>
              <a:gdLst/>
              <a:ahLst/>
              <a:cxnLst/>
              <a:rect l="l" t="t" r="r" b="b"/>
              <a:pathLst>
                <a:path w="15941" h="9716" extrusionOk="0">
                  <a:moveTo>
                    <a:pt x="13156" y="0"/>
                  </a:moveTo>
                  <a:cubicBezTo>
                    <a:pt x="12955" y="0"/>
                    <a:pt x="12747" y="5"/>
                    <a:pt x="12532" y="16"/>
                  </a:cubicBezTo>
                  <a:cubicBezTo>
                    <a:pt x="12056" y="66"/>
                    <a:pt x="11555" y="116"/>
                    <a:pt x="11029" y="242"/>
                  </a:cubicBezTo>
                  <a:cubicBezTo>
                    <a:pt x="10502" y="342"/>
                    <a:pt x="9951" y="467"/>
                    <a:pt x="9425" y="668"/>
                  </a:cubicBezTo>
                  <a:cubicBezTo>
                    <a:pt x="8873" y="868"/>
                    <a:pt x="8347" y="1069"/>
                    <a:pt x="7821" y="1344"/>
                  </a:cubicBezTo>
                  <a:cubicBezTo>
                    <a:pt x="7294" y="1595"/>
                    <a:pt x="6793" y="1871"/>
                    <a:pt x="6292" y="2197"/>
                  </a:cubicBezTo>
                  <a:cubicBezTo>
                    <a:pt x="5815" y="2522"/>
                    <a:pt x="5364" y="2848"/>
                    <a:pt x="4913" y="3174"/>
                  </a:cubicBezTo>
                  <a:cubicBezTo>
                    <a:pt x="4487" y="3525"/>
                    <a:pt x="4086" y="3901"/>
                    <a:pt x="3710" y="4252"/>
                  </a:cubicBezTo>
                  <a:cubicBezTo>
                    <a:pt x="3334" y="4603"/>
                    <a:pt x="2983" y="4979"/>
                    <a:pt x="2683" y="5354"/>
                  </a:cubicBezTo>
                  <a:cubicBezTo>
                    <a:pt x="2357" y="5705"/>
                    <a:pt x="2081" y="6081"/>
                    <a:pt x="1830" y="6432"/>
                  </a:cubicBezTo>
                  <a:cubicBezTo>
                    <a:pt x="1705" y="6608"/>
                    <a:pt x="1580" y="6783"/>
                    <a:pt x="1455" y="6958"/>
                  </a:cubicBezTo>
                  <a:cubicBezTo>
                    <a:pt x="1329" y="7134"/>
                    <a:pt x="1179" y="7284"/>
                    <a:pt x="1079" y="7460"/>
                  </a:cubicBezTo>
                  <a:cubicBezTo>
                    <a:pt x="828" y="7786"/>
                    <a:pt x="627" y="8086"/>
                    <a:pt x="477" y="8362"/>
                  </a:cubicBezTo>
                  <a:cubicBezTo>
                    <a:pt x="327" y="8613"/>
                    <a:pt x="201" y="8838"/>
                    <a:pt x="126" y="8989"/>
                  </a:cubicBezTo>
                  <a:cubicBezTo>
                    <a:pt x="51" y="9139"/>
                    <a:pt x="1" y="9239"/>
                    <a:pt x="1" y="9239"/>
                  </a:cubicBezTo>
                  <a:cubicBezTo>
                    <a:pt x="1" y="9239"/>
                    <a:pt x="101" y="9264"/>
                    <a:pt x="277" y="9314"/>
                  </a:cubicBezTo>
                  <a:cubicBezTo>
                    <a:pt x="427" y="9365"/>
                    <a:pt x="678" y="9440"/>
                    <a:pt x="978" y="9490"/>
                  </a:cubicBezTo>
                  <a:cubicBezTo>
                    <a:pt x="1279" y="9565"/>
                    <a:pt x="1630" y="9615"/>
                    <a:pt x="2031" y="9665"/>
                  </a:cubicBezTo>
                  <a:cubicBezTo>
                    <a:pt x="2231" y="9690"/>
                    <a:pt x="2432" y="9715"/>
                    <a:pt x="2658" y="9715"/>
                  </a:cubicBezTo>
                  <a:cubicBezTo>
                    <a:pt x="2883" y="9715"/>
                    <a:pt x="3134" y="9690"/>
                    <a:pt x="3384" y="9690"/>
                  </a:cubicBezTo>
                  <a:cubicBezTo>
                    <a:pt x="3886" y="9640"/>
                    <a:pt x="4412" y="9565"/>
                    <a:pt x="4988" y="9465"/>
                  </a:cubicBezTo>
                  <a:cubicBezTo>
                    <a:pt x="5515" y="9339"/>
                    <a:pt x="6041" y="9189"/>
                    <a:pt x="6592" y="8989"/>
                  </a:cubicBezTo>
                  <a:cubicBezTo>
                    <a:pt x="7144" y="8813"/>
                    <a:pt x="7670" y="8588"/>
                    <a:pt x="8171" y="8312"/>
                  </a:cubicBezTo>
                  <a:cubicBezTo>
                    <a:pt x="8698" y="8061"/>
                    <a:pt x="9199" y="7760"/>
                    <a:pt x="9675" y="7460"/>
                  </a:cubicBezTo>
                  <a:cubicBezTo>
                    <a:pt x="10151" y="7159"/>
                    <a:pt x="10602" y="6833"/>
                    <a:pt x="11029" y="6507"/>
                  </a:cubicBezTo>
                  <a:cubicBezTo>
                    <a:pt x="11480" y="6182"/>
                    <a:pt x="11881" y="5831"/>
                    <a:pt x="12257" y="5455"/>
                  </a:cubicBezTo>
                  <a:cubicBezTo>
                    <a:pt x="12633" y="5079"/>
                    <a:pt x="13009" y="4728"/>
                    <a:pt x="13334" y="4352"/>
                  </a:cubicBezTo>
                  <a:cubicBezTo>
                    <a:pt x="13660" y="3976"/>
                    <a:pt x="13961" y="3600"/>
                    <a:pt x="14237" y="3224"/>
                  </a:cubicBezTo>
                  <a:cubicBezTo>
                    <a:pt x="14512" y="2873"/>
                    <a:pt x="14763" y="2522"/>
                    <a:pt x="14963" y="2197"/>
                  </a:cubicBezTo>
                  <a:cubicBezTo>
                    <a:pt x="15189" y="1871"/>
                    <a:pt x="15364" y="1545"/>
                    <a:pt x="15515" y="1269"/>
                  </a:cubicBezTo>
                  <a:cubicBezTo>
                    <a:pt x="15665" y="1019"/>
                    <a:pt x="15765" y="768"/>
                    <a:pt x="15841" y="618"/>
                  </a:cubicBezTo>
                  <a:cubicBezTo>
                    <a:pt x="15916" y="467"/>
                    <a:pt x="15941" y="367"/>
                    <a:pt x="15941" y="367"/>
                  </a:cubicBezTo>
                  <a:cubicBezTo>
                    <a:pt x="15941" y="367"/>
                    <a:pt x="15841" y="342"/>
                    <a:pt x="15690" y="292"/>
                  </a:cubicBezTo>
                  <a:cubicBezTo>
                    <a:pt x="15515" y="267"/>
                    <a:pt x="15264" y="192"/>
                    <a:pt x="14963" y="141"/>
                  </a:cubicBezTo>
                  <a:cubicBezTo>
                    <a:pt x="14494" y="63"/>
                    <a:pt x="13871" y="0"/>
                    <a:pt x="13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9"/>
            <p:cNvSpPr/>
            <p:nvPr/>
          </p:nvSpPr>
          <p:spPr>
            <a:xfrm>
              <a:off x="2001358" y="4172764"/>
              <a:ext cx="343131" cy="318104"/>
            </a:xfrm>
            <a:custGeom>
              <a:avLst/>
              <a:gdLst/>
              <a:ahLst/>
              <a:cxnLst/>
              <a:rect l="l" t="t" r="r" b="b"/>
              <a:pathLst>
                <a:path w="14437" h="13384" extrusionOk="0">
                  <a:moveTo>
                    <a:pt x="0" y="0"/>
                  </a:moveTo>
                  <a:cubicBezTo>
                    <a:pt x="0" y="0"/>
                    <a:pt x="25" y="101"/>
                    <a:pt x="50" y="276"/>
                  </a:cubicBezTo>
                  <a:cubicBezTo>
                    <a:pt x="100" y="452"/>
                    <a:pt x="151" y="727"/>
                    <a:pt x="251" y="1028"/>
                  </a:cubicBezTo>
                  <a:cubicBezTo>
                    <a:pt x="426" y="1629"/>
                    <a:pt x="777" y="2482"/>
                    <a:pt x="1278" y="3359"/>
                  </a:cubicBezTo>
                  <a:cubicBezTo>
                    <a:pt x="1755" y="4236"/>
                    <a:pt x="2381" y="5188"/>
                    <a:pt x="3133" y="6091"/>
                  </a:cubicBezTo>
                  <a:cubicBezTo>
                    <a:pt x="3885" y="6968"/>
                    <a:pt x="4737" y="7820"/>
                    <a:pt x="5639" y="8597"/>
                  </a:cubicBezTo>
                  <a:cubicBezTo>
                    <a:pt x="6090" y="8973"/>
                    <a:pt x="6567" y="9349"/>
                    <a:pt x="7043" y="9675"/>
                  </a:cubicBezTo>
                  <a:cubicBezTo>
                    <a:pt x="7494" y="10025"/>
                    <a:pt x="7970" y="10326"/>
                    <a:pt x="8446" y="10627"/>
                  </a:cubicBezTo>
                  <a:cubicBezTo>
                    <a:pt x="8922" y="10903"/>
                    <a:pt x="9374" y="11178"/>
                    <a:pt x="9850" y="11429"/>
                  </a:cubicBezTo>
                  <a:cubicBezTo>
                    <a:pt x="10301" y="11655"/>
                    <a:pt x="10752" y="11880"/>
                    <a:pt x="11178" y="12081"/>
                  </a:cubicBezTo>
                  <a:cubicBezTo>
                    <a:pt x="11404" y="12156"/>
                    <a:pt x="11579" y="12256"/>
                    <a:pt x="11805" y="12356"/>
                  </a:cubicBezTo>
                  <a:cubicBezTo>
                    <a:pt x="12005" y="12432"/>
                    <a:pt x="12206" y="12532"/>
                    <a:pt x="12381" y="12607"/>
                  </a:cubicBezTo>
                  <a:cubicBezTo>
                    <a:pt x="12732" y="12757"/>
                    <a:pt x="13108" y="12883"/>
                    <a:pt x="13384" y="13008"/>
                  </a:cubicBezTo>
                  <a:cubicBezTo>
                    <a:pt x="13659" y="13133"/>
                    <a:pt x="13910" y="13208"/>
                    <a:pt x="14085" y="13284"/>
                  </a:cubicBezTo>
                  <a:cubicBezTo>
                    <a:pt x="14261" y="13359"/>
                    <a:pt x="14361" y="13384"/>
                    <a:pt x="14361" y="13384"/>
                  </a:cubicBezTo>
                  <a:cubicBezTo>
                    <a:pt x="14361" y="13384"/>
                    <a:pt x="14386" y="13284"/>
                    <a:pt x="14386" y="13108"/>
                  </a:cubicBezTo>
                  <a:cubicBezTo>
                    <a:pt x="14411" y="12933"/>
                    <a:pt x="14436" y="12657"/>
                    <a:pt x="14436" y="12331"/>
                  </a:cubicBezTo>
                  <a:cubicBezTo>
                    <a:pt x="14436" y="11980"/>
                    <a:pt x="14386" y="11604"/>
                    <a:pt x="14311" y="11153"/>
                  </a:cubicBezTo>
                  <a:cubicBezTo>
                    <a:pt x="14236" y="10677"/>
                    <a:pt x="14110" y="10226"/>
                    <a:pt x="13935" y="9700"/>
                  </a:cubicBezTo>
                  <a:cubicBezTo>
                    <a:pt x="13760" y="9198"/>
                    <a:pt x="13534" y="8672"/>
                    <a:pt x="13258" y="8146"/>
                  </a:cubicBezTo>
                  <a:cubicBezTo>
                    <a:pt x="12983" y="7645"/>
                    <a:pt x="12657" y="7093"/>
                    <a:pt x="12281" y="6592"/>
                  </a:cubicBezTo>
                  <a:cubicBezTo>
                    <a:pt x="11554" y="5564"/>
                    <a:pt x="10652" y="4637"/>
                    <a:pt x="9699" y="3810"/>
                  </a:cubicBezTo>
                  <a:cubicBezTo>
                    <a:pt x="8697" y="2983"/>
                    <a:pt x="7669" y="2281"/>
                    <a:pt x="6592" y="1755"/>
                  </a:cubicBezTo>
                  <a:cubicBezTo>
                    <a:pt x="6065" y="1479"/>
                    <a:pt x="5539" y="1228"/>
                    <a:pt x="5013" y="1028"/>
                  </a:cubicBezTo>
                  <a:cubicBezTo>
                    <a:pt x="4511" y="827"/>
                    <a:pt x="3985" y="677"/>
                    <a:pt x="3509" y="527"/>
                  </a:cubicBezTo>
                  <a:cubicBezTo>
                    <a:pt x="2557" y="251"/>
                    <a:pt x="1704" y="126"/>
                    <a:pt x="1053" y="76"/>
                  </a:cubicBezTo>
                  <a:cubicBezTo>
                    <a:pt x="727" y="25"/>
                    <a:pt x="476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9"/>
            <p:cNvSpPr/>
            <p:nvPr/>
          </p:nvSpPr>
          <p:spPr>
            <a:xfrm>
              <a:off x="1844082" y="3844520"/>
              <a:ext cx="282382" cy="310380"/>
            </a:xfrm>
            <a:custGeom>
              <a:avLst/>
              <a:gdLst/>
              <a:ahLst/>
              <a:cxnLst/>
              <a:rect l="l" t="t" r="r" b="b"/>
              <a:pathLst>
                <a:path w="11881" h="13059" extrusionOk="0">
                  <a:moveTo>
                    <a:pt x="11755" y="1"/>
                  </a:moveTo>
                  <a:cubicBezTo>
                    <a:pt x="11755" y="1"/>
                    <a:pt x="11655" y="1"/>
                    <a:pt x="11479" y="51"/>
                  </a:cubicBezTo>
                  <a:cubicBezTo>
                    <a:pt x="11329" y="126"/>
                    <a:pt x="11078" y="176"/>
                    <a:pt x="10803" y="276"/>
                  </a:cubicBezTo>
                  <a:cubicBezTo>
                    <a:pt x="10527" y="377"/>
                    <a:pt x="10201" y="502"/>
                    <a:pt x="9850" y="652"/>
                  </a:cubicBezTo>
                  <a:cubicBezTo>
                    <a:pt x="9524" y="803"/>
                    <a:pt x="9148" y="953"/>
                    <a:pt x="8747" y="1129"/>
                  </a:cubicBezTo>
                  <a:cubicBezTo>
                    <a:pt x="8346" y="1329"/>
                    <a:pt x="7945" y="1530"/>
                    <a:pt x="7544" y="1780"/>
                  </a:cubicBezTo>
                  <a:cubicBezTo>
                    <a:pt x="7143" y="2006"/>
                    <a:pt x="6692" y="2256"/>
                    <a:pt x="6291" y="2557"/>
                  </a:cubicBezTo>
                  <a:cubicBezTo>
                    <a:pt x="5890" y="2833"/>
                    <a:pt x="5489" y="3159"/>
                    <a:pt x="5088" y="3485"/>
                  </a:cubicBezTo>
                  <a:cubicBezTo>
                    <a:pt x="4687" y="3835"/>
                    <a:pt x="4286" y="4186"/>
                    <a:pt x="3935" y="4562"/>
                  </a:cubicBezTo>
                  <a:cubicBezTo>
                    <a:pt x="3158" y="5339"/>
                    <a:pt x="2507" y="6191"/>
                    <a:pt x="1930" y="7094"/>
                  </a:cubicBezTo>
                  <a:cubicBezTo>
                    <a:pt x="1630" y="7545"/>
                    <a:pt x="1379" y="7996"/>
                    <a:pt x="1153" y="8447"/>
                  </a:cubicBezTo>
                  <a:cubicBezTo>
                    <a:pt x="928" y="8923"/>
                    <a:pt x="752" y="9374"/>
                    <a:pt x="577" y="9800"/>
                  </a:cubicBezTo>
                  <a:cubicBezTo>
                    <a:pt x="427" y="10251"/>
                    <a:pt x="301" y="10678"/>
                    <a:pt x="226" y="11053"/>
                  </a:cubicBezTo>
                  <a:cubicBezTo>
                    <a:pt x="151" y="11429"/>
                    <a:pt x="101" y="11780"/>
                    <a:pt x="51" y="12081"/>
                  </a:cubicBezTo>
                  <a:cubicBezTo>
                    <a:pt x="26" y="12382"/>
                    <a:pt x="26" y="12632"/>
                    <a:pt x="1" y="12783"/>
                  </a:cubicBezTo>
                  <a:cubicBezTo>
                    <a:pt x="1" y="12958"/>
                    <a:pt x="1" y="13058"/>
                    <a:pt x="1" y="13058"/>
                  </a:cubicBezTo>
                  <a:cubicBezTo>
                    <a:pt x="1" y="13058"/>
                    <a:pt x="101" y="13058"/>
                    <a:pt x="276" y="13033"/>
                  </a:cubicBezTo>
                  <a:cubicBezTo>
                    <a:pt x="427" y="13008"/>
                    <a:pt x="702" y="12983"/>
                    <a:pt x="978" y="12933"/>
                  </a:cubicBezTo>
                  <a:cubicBezTo>
                    <a:pt x="1580" y="12833"/>
                    <a:pt x="2356" y="12582"/>
                    <a:pt x="3209" y="12307"/>
                  </a:cubicBezTo>
                  <a:cubicBezTo>
                    <a:pt x="3635" y="12131"/>
                    <a:pt x="4061" y="11981"/>
                    <a:pt x="4487" y="11755"/>
                  </a:cubicBezTo>
                  <a:cubicBezTo>
                    <a:pt x="4938" y="11555"/>
                    <a:pt x="5389" y="11304"/>
                    <a:pt x="5840" y="11028"/>
                  </a:cubicBezTo>
                  <a:cubicBezTo>
                    <a:pt x="6742" y="10477"/>
                    <a:pt x="7620" y="9750"/>
                    <a:pt x="8397" y="8973"/>
                  </a:cubicBezTo>
                  <a:cubicBezTo>
                    <a:pt x="8798" y="8547"/>
                    <a:pt x="9174" y="8121"/>
                    <a:pt x="9524" y="7670"/>
                  </a:cubicBezTo>
                  <a:cubicBezTo>
                    <a:pt x="9875" y="7244"/>
                    <a:pt x="10176" y="6743"/>
                    <a:pt x="10452" y="6266"/>
                  </a:cubicBezTo>
                  <a:cubicBezTo>
                    <a:pt x="10727" y="5765"/>
                    <a:pt x="10978" y="5289"/>
                    <a:pt x="11154" y="4813"/>
                  </a:cubicBezTo>
                  <a:cubicBezTo>
                    <a:pt x="11354" y="4312"/>
                    <a:pt x="11504" y="3810"/>
                    <a:pt x="11630" y="3359"/>
                  </a:cubicBezTo>
                  <a:cubicBezTo>
                    <a:pt x="11680" y="3109"/>
                    <a:pt x="11730" y="2908"/>
                    <a:pt x="11780" y="2682"/>
                  </a:cubicBezTo>
                  <a:cubicBezTo>
                    <a:pt x="11805" y="2457"/>
                    <a:pt x="11830" y="2256"/>
                    <a:pt x="11830" y="2031"/>
                  </a:cubicBezTo>
                  <a:cubicBezTo>
                    <a:pt x="11880" y="1630"/>
                    <a:pt x="11880" y="1254"/>
                    <a:pt x="11855" y="953"/>
                  </a:cubicBezTo>
                  <a:cubicBezTo>
                    <a:pt x="11855" y="652"/>
                    <a:pt x="11805" y="402"/>
                    <a:pt x="11805" y="251"/>
                  </a:cubicBezTo>
                  <a:cubicBezTo>
                    <a:pt x="11780" y="76"/>
                    <a:pt x="11755" y="1"/>
                    <a:pt x="11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9"/>
            <p:cNvSpPr/>
            <p:nvPr/>
          </p:nvSpPr>
          <p:spPr>
            <a:xfrm>
              <a:off x="1677893" y="4172764"/>
              <a:ext cx="268668" cy="317510"/>
            </a:xfrm>
            <a:custGeom>
              <a:avLst/>
              <a:gdLst/>
              <a:ahLst/>
              <a:cxnLst/>
              <a:rect l="l" t="t" r="r" b="b"/>
              <a:pathLst>
                <a:path w="11304" h="13359" extrusionOk="0">
                  <a:moveTo>
                    <a:pt x="0" y="0"/>
                  </a:moveTo>
                  <a:cubicBezTo>
                    <a:pt x="0" y="0"/>
                    <a:pt x="25" y="101"/>
                    <a:pt x="25" y="276"/>
                  </a:cubicBezTo>
                  <a:cubicBezTo>
                    <a:pt x="50" y="426"/>
                    <a:pt x="75" y="677"/>
                    <a:pt x="150" y="978"/>
                  </a:cubicBezTo>
                  <a:cubicBezTo>
                    <a:pt x="201" y="1254"/>
                    <a:pt x="276" y="1604"/>
                    <a:pt x="401" y="1980"/>
                  </a:cubicBezTo>
                  <a:cubicBezTo>
                    <a:pt x="451" y="2181"/>
                    <a:pt x="501" y="2356"/>
                    <a:pt x="576" y="2557"/>
                  </a:cubicBezTo>
                  <a:cubicBezTo>
                    <a:pt x="627" y="2757"/>
                    <a:pt x="702" y="2958"/>
                    <a:pt x="752" y="3183"/>
                  </a:cubicBezTo>
                  <a:cubicBezTo>
                    <a:pt x="877" y="3584"/>
                    <a:pt x="1028" y="4010"/>
                    <a:pt x="1203" y="4436"/>
                  </a:cubicBezTo>
                  <a:cubicBezTo>
                    <a:pt x="1228" y="4537"/>
                    <a:pt x="1278" y="4637"/>
                    <a:pt x="1328" y="4737"/>
                  </a:cubicBezTo>
                  <a:cubicBezTo>
                    <a:pt x="1379" y="4863"/>
                    <a:pt x="1429" y="4963"/>
                    <a:pt x="1479" y="5088"/>
                  </a:cubicBezTo>
                  <a:cubicBezTo>
                    <a:pt x="1579" y="5314"/>
                    <a:pt x="1679" y="5539"/>
                    <a:pt x="1780" y="5765"/>
                  </a:cubicBezTo>
                  <a:cubicBezTo>
                    <a:pt x="2005" y="6216"/>
                    <a:pt x="2281" y="6617"/>
                    <a:pt x="2556" y="7068"/>
                  </a:cubicBezTo>
                  <a:cubicBezTo>
                    <a:pt x="2832" y="7519"/>
                    <a:pt x="3133" y="7945"/>
                    <a:pt x="3459" y="8346"/>
                  </a:cubicBezTo>
                  <a:cubicBezTo>
                    <a:pt x="4110" y="9223"/>
                    <a:pt x="4837" y="9975"/>
                    <a:pt x="5639" y="10677"/>
                  </a:cubicBezTo>
                  <a:cubicBezTo>
                    <a:pt x="6065" y="11028"/>
                    <a:pt x="6466" y="11329"/>
                    <a:pt x="6892" y="11604"/>
                  </a:cubicBezTo>
                  <a:cubicBezTo>
                    <a:pt x="7293" y="11880"/>
                    <a:pt x="7744" y="12131"/>
                    <a:pt x="8145" y="12356"/>
                  </a:cubicBezTo>
                  <a:cubicBezTo>
                    <a:pt x="8346" y="12457"/>
                    <a:pt x="8546" y="12557"/>
                    <a:pt x="8747" y="12632"/>
                  </a:cubicBezTo>
                  <a:cubicBezTo>
                    <a:pt x="8947" y="12707"/>
                    <a:pt x="9123" y="12807"/>
                    <a:pt x="9323" y="12858"/>
                  </a:cubicBezTo>
                  <a:cubicBezTo>
                    <a:pt x="9699" y="13008"/>
                    <a:pt x="10025" y="13108"/>
                    <a:pt x="10326" y="13183"/>
                  </a:cubicBezTo>
                  <a:cubicBezTo>
                    <a:pt x="10602" y="13259"/>
                    <a:pt x="10852" y="13284"/>
                    <a:pt x="11028" y="13334"/>
                  </a:cubicBezTo>
                  <a:cubicBezTo>
                    <a:pt x="11178" y="13359"/>
                    <a:pt x="11278" y="13359"/>
                    <a:pt x="11278" y="13359"/>
                  </a:cubicBezTo>
                  <a:cubicBezTo>
                    <a:pt x="11278" y="13359"/>
                    <a:pt x="11303" y="13259"/>
                    <a:pt x="11303" y="13108"/>
                  </a:cubicBezTo>
                  <a:cubicBezTo>
                    <a:pt x="11303" y="12933"/>
                    <a:pt x="11303" y="12682"/>
                    <a:pt x="11303" y="12381"/>
                  </a:cubicBezTo>
                  <a:cubicBezTo>
                    <a:pt x="11278" y="11780"/>
                    <a:pt x="11178" y="11003"/>
                    <a:pt x="11003" y="10126"/>
                  </a:cubicBezTo>
                  <a:cubicBezTo>
                    <a:pt x="10902" y="9675"/>
                    <a:pt x="10802" y="9223"/>
                    <a:pt x="10652" y="8747"/>
                  </a:cubicBezTo>
                  <a:cubicBezTo>
                    <a:pt x="10501" y="8296"/>
                    <a:pt x="10301" y="7795"/>
                    <a:pt x="10100" y="7319"/>
                  </a:cubicBezTo>
                  <a:cubicBezTo>
                    <a:pt x="9674" y="6366"/>
                    <a:pt x="9073" y="5414"/>
                    <a:pt x="8396" y="4512"/>
                  </a:cubicBezTo>
                  <a:cubicBezTo>
                    <a:pt x="8045" y="4086"/>
                    <a:pt x="7669" y="3634"/>
                    <a:pt x="7268" y="3233"/>
                  </a:cubicBezTo>
                  <a:cubicBezTo>
                    <a:pt x="6892" y="2832"/>
                    <a:pt x="6441" y="2482"/>
                    <a:pt x="5990" y="2131"/>
                  </a:cubicBezTo>
                  <a:cubicBezTo>
                    <a:pt x="5790" y="1980"/>
                    <a:pt x="5564" y="1805"/>
                    <a:pt x="5338" y="1655"/>
                  </a:cubicBezTo>
                  <a:cubicBezTo>
                    <a:pt x="5113" y="1504"/>
                    <a:pt x="4887" y="1379"/>
                    <a:pt x="4637" y="1228"/>
                  </a:cubicBezTo>
                  <a:cubicBezTo>
                    <a:pt x="4160" y="978"/>
                    <a:pt x="3684" y="752"/>
                    <a:pt x="3258" y="577"/>
                  </a:cubicBezTo>
                  <a:cubicBezTo>
                    <a:pt x="3033" y="502"/>
                    <a:pt x="2832" y="401"/>
                    <a:pt x="2607" y="351"/>
                  </a:cubicBezTo>
                  <a:cubicBezTo>
                    <a:pt x="2406" y="301"/>
                    <a:pt x="2206" y="251"/>
                    <a:pt x="2005" y="201"/>
                  </a:cubicBezTo>
                  <a:cubicBezTo>
                    <a:pt x="1629" y="126"/>
                    <a:pt x="1278" y="76"/>
                    <a:pt x="977" y="51"/>
                  </a:cubicBezTo>
                  <a:cubicBezTo>
                    <a:pt x="702" y="0"/>
                    <a:pt x="451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9"/>
            <p:cNvSpPr/>
            <p:nvPr/>
          </p:nvSpPr>
          <p:spPr>
            <a:xfrm>
              <a:off x="1526583" y="3829047"/>
              <a:ext cx="278793" cy="335977"/>
            </a:xfrm>
            <a:custGeom>
              <a:avLst/>
              <a:gdLst/>
              <a:ahLst/>
              <a:cxnLst/>
              <a:rect l="l" t="t" r="r" b="b"/>
              <a:pathLst>
                <a:path w="11730" h="14136" extrusionOk="0">
                  <a:moveTo>
                    <a:pt x="11554" y="0"/>
                  </a:moveTo>
                  <a:cubicBezTo>
                    <a:pt x="11554" y="0"/>
                    <a:pt x="11454" y="25"/>
                    <a:pt x="11303" y="75"/>
                  </a:cubicBezTo>
                  <a:cubicBezTo>
                    <a:pt x="11153" y="151"/>
                    <a:pt x="10902" y="226"/>
                    <a:pt x="10627" y="351"/>
                  </a:cubicBezTo>
                  <a:cubicBezTo>
                    <a:pt x="10326" y="476"/>
                    <a:pt x="10025" y="627"/>
                    <a:pt x="9674" y="802"/>
                  </a:cubicBezTo>
                  <a:cubicBezTo>
                    <a:pt x="9349" y="978"/>
                    <a:pt x="8973" y="1178"/>
                    <a:pt x="8547" y="1404"/>
                  </a:cubicBezTo>
                  <a:cubicBezTo>
                    <a:pt x="8171" y="1629"/>
                    <a:pt x="7745" y="1880"/>
                    <a:pt x="7369" y="2156"/>
                  </a:cubicBezTo>
                  <a:cubicBezTo>
                    <a:pt x="6968" y="2431"/>
                    <a:pt x="6541" y="2707"/>
                    <a:pt x="6140" y="3033"/>
                  </a:cubicBezTo>
                  <a:cubicBezTo>
                    <a:pt x="5739" y="3359"/>
                    <a:pt x="5338" y="3709"/>
                    <a:pt x="4937" y="4085"/>
                  </a:cubicBezTo>
                  <a:cubicBezTo>
                    <a:pt x="4536" y="4461"/>
                    <a:pt x="4161" y="4862"/>
                    <a:pt x="3810" y="5263"/>
                  </a:cubicBezTo>
                  <a:cubicBezTo>
                    <a:pt x="3058" y="6090"/>
                    <a:pt x="2406" y="6993"/>
                    <a:pt x="1830" y="7945"/>
                  </a:cubicBezTo>
                  <a:cubicBezTo>
                    <a:pt x="1554" y="8421"/>
                    <a:pt x="1328" y="8897"/>
                    <a:pt x="1103" y="9374"/>
                  </a:cubicBezTo>
                  <a:cubicBezTo>
                    <a:pt x="877" y="9875"/>
                    <a:pt x="702" y="10351"/>
                    <a:pt x="551" y="10802"/>
                  </a:cubicBezTo>
                  <a:cubicBezTo>
                    <a:pt x="401" y="11253"/>
                    <a:pt x="276" y="11679"/>
                    <a:pt x="201" y="12080"/>
                  </a:cubicBezTo>
                  <a:cubicBezTo>
                    <a:pt x="125" y="12481"/>
                    <a:pt x="75" y="12832"/>
                    <a:pt x="50" y="13133"/>
                  </a:cubicBezTo>
                  <a:cubicBezTo>
                    <a:pt x="0" y="13434"/>
                    <a:pt x="25" y="13709"/>
                    <a:pt x="0" y="13860"/>
                  </a:cubicBezTo>
                  <a:cubicBezTo>
                    <a:pt x="0" y="14035"/>
                    <a:pt x="0" y="14136"/>
                    <a:pt x="0" y="14136"/>
                  </a:cubicBezTo>
                  <a:cubicBezTo>
                    <a:pt x="0" y="14136"/>
                    <a:pt x="100" y="14136"/>
                    <a:pt x="276" y="14110"/>
                  </a:cubicBezTo>
                  <a:cubicBezTo>
                    <a:pt x="426" y="14060"/>
                    <a:pt x="702" y="14035"/>
                    <a:pt x="1003" y="13960"/>
                  </a:cubicBezTo>
                  <a:cubicBezTo>
                    <a:pt x="1579" y="13835"/>
                    <a:pt x="2381" y="13534"/>
                    <a:pt x="3258" y="13183"/>
                  </a:cubicBezTo>
                  <a:cubicBezTo>
                    <a:pt x="3684" y="13008"/>
                    <a:pt x="4135" y="12807"/>
                    <a:pt x="4562" y="12557"/>
                  </a:cubicBezTo>
                  <a:cubicBezTo>
                    <a:pt x="5013" y="12331"/>
                    <a:pt x="5464" y="12030"/>
                    <a:pt x="5915" y="11704"/>
                  </a:cubicBezTo>
                  <a:cubicBezTo>
                    <a:pt x="6366" y="11404"/>
                    <a:pt x="6817" y="11053"/>
                    <a:pt x="7243" y="10652"/>
                  </a:cubicBezTo>
                  <a:cubicBezTo>
                    <a:pt x="7669" y="10276"/>
                    <a:pt x="8095" y="9850"/>
                    <a:pt x="8471" y="9424"/>
                  </a:cubicBezTo>
                  <a:cubicBezTo>
                    <a:pt x="8872" y="8973"/>
                    <a:pt x="9248" y="8496"/>
                    <a:pt x="9574" y="8020"/>
                  </a:cubicBezTo>
                  <a:cubicBezTo>
                    <a:pt x="9925" y="7544"/>
                    <a:pt x="10226" y="7018"/>
                    <a:pt x="10476" y="6516"/>
                  </a:cubicBezTo>
                  <a:cubicBezTo>
                    <a:pt x="10752" y="5990"/>
                    <a:pt x="10978" y="5489"/>
                    <a:pt x="11153" y="4963"/>
                  </a:cubicBezTo>
                  <a:cubicBezTo>
                    <a:pt x="11328" y="4436"/>
                    <a:pt x="11454" y="3935"/>
                    <a:pt x="11554" y="3459"/>
                  </a:cubicBezTo>
                  <a:cubicBezTo>
                    <a:pt x="11604" y="3208"/>
                    <a:pt x="11654" y="2983"/>
                    <a:pt x="11679" y="2757"/>
                  </a:cubicBezTo>
                  <a:cubicBezTo>
                    <a:pt x="11704" y="2531"/>
                    <a:pt x="11729" y="2306"/>
                    <a:pt x="11729" y="2080"/>
                  </a:cubicBezTo>
                  <a:cubicBezTo>
                    <a:pt x="11729" y="1654"/>
                    <a:pt x="11729" y="1303"/>
                    <a:pt x="11704" y="978"/>
                  </a:cubicBezTo>
                  <a:cubicBezTo>
                    <a:pt x="11679" y="677"/>
                    <a:pt x="11629" y="426"/>
                    <a:pt x="11629" y="251"/>
                  </a:cubicBezTo>
                  <a:cubicBezTo>
                    <a:pt x="11579" y="100"/>
                    <a:pt x="11554" y="0"/>
                    <a:pt x="1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9"/>
            <p:cNvSpPr/>
            <p:nvPr/>
          </p:nvSpPr>
          <p:spPr>
            <a:xfrm>
              <a:off x="1299023" y="4221608"/>
              <a:ext cx="316322" cy="278199"/>
            </a:xfrm>
            <a:custGeom>
              <a:avLst/>
              <a:gdLst/>
              <a:ahLst/>
              <a:cxnLst/>
              <a:rect l="l" t="t" r="r" b="b"/>
              <a:pathLst>
                <a:path w="13309" h="11705" extrusionOk="0">
                  <a:moveTo>
                    <a:pt x="2005" y="1"/>
                  </a:moveTo>
                  <a:cubicBezTo>
                    <a:pt x="1604" y="1"/>
                    <a:pt x="1253" y="1"/>
                    <a:pt x="952" y="51"/>
                  </a:cubicBezTo>
                  <a:cubicBezTo>
                    <a:pt x="677" y="76"/>
                    <a:pt x="426" y="126"/>
                    <a:pt x="251" y="126"/>
                  </a:cubicBezTo>
                  <a:cubicBezTo>
                    <a:pt x="75" y="176"/>
                    <a:pt x="0" y="201"/>
                    <a:pt x="0" y="201"/>
                  </a:cubicBezTo>
                  <a:cubicBezTo>
                    <a:pt x="0" y="201"/>
                    <a:pt x="25" y="276"/>
                    <a:pt x="75" y="452"/>
                  </a:cubicBezTo>
                  <a:cubicBezTo>
                    <a:pt x="125" y="602"/>
                    <a:pt x="201" y="853"/>
                    <a:pt x="326" y="1128"/>
                  </a:cubicBezTo>
                  <a:cubicBezTo>
                    <a:pt x="426" y="1404"/>
                    <a:pt x="577" y="1705"/>
                    <a:pt x="777" y="2056"/>
                  </a:cubicBezTo>
                  <a:cubicBezTo>
                    <a:pt x="852" y="2231"/>
                    <a:pt x="978" y="2407"/>
                    <a:pt x="1078" y="2607"/>
                  </a:cubicBezTo>
                  <a:cubicBezTo>
                    <a:pt x="1153" y="2782"/>
                    <a:pt x="1253" y="2983"/>
                    <a:pt x="1354" y="3184"/>
                  </a:cubicBezTo>
                  <a:cubicBezTo>
                    <a:pt x="1579" y="3559"/>
                    <a:pt x="1780" y="3935"/>
                    <a:pt x="2030" y="4311"/>
                  </a:cubicBezTo>
                  <a:cubicBezTo>
                    <a:pt x="2281" y="4687"/>
                    <a:pt x="2582" y="5113"/>
                    <a:pt x="2882" y="5514"/>
                  </a:cubicBezTo>
                  <a:cubicBezTo>
                    <a:pt x="3183" y="5915"/>
                    <a:pt x="3534" y="6266"/>
                    <a:pt x="3860" y="6667"/>
                  </a:cubicBezTo>
                  <a:cubicBezTo>
                    <a:pt x="4211" y="7043"/>
                    <a:pt x="4587" y="7419"/>
                    <a:pt x="4988" y="7770"/>
                  </a:cubicBezTo>
                  <a:cubicBezTo>
                    <a:pt x="5364" y="8121"/>
                    <a:pt x="5765" y="8447"/>
                    <a:pt x="6191" y="8773"/>
                  </a:cubicBezTo>
                  <a:cubicBezTo>
                    <a:pt x="6617" y="9073"/>
                    <a:pt x="7043" y="9374"/>
                    <a:pt x="7494" y="9650"/>
                  </a:cubicBezTo>
                  <a:cubicBezTo>
                    <a:pt x="8371" y="10176"/>
                    <a:pt x="9273" y="10627"/>
                    <a:pt x="10100" y="10928"/>
                  </a:cubicBezTo>
                  <a:cubicBezTo>
                    <a:pt x="10953" y="11254"/>
                    <a:pt x="11729" y="11479"/>
                    <a:pt x="12331" y="11580"/>
                  </a:cubicBezTo>
                  <a:cubicBezTo>
                    <a:pt x="12607" y="11630"/>
                    <a:pt x="12882" y="11655"/>
                    <a:pt x="13033" y="11680"/>
                  </a:cubicBezTo>
                  <a:cubicBezTo>
                    <a:pt x="13208" y="11705"/>
                    <a:pt x="13308" y="11705"/>
                    <a:pt x="13308" y="11705"/>
                  </a:cubicBezTo>
                  <a:cubicBezTo>
                    <a:pt x="13308" y="11705"/>
                    <a:pt x="13308" y="11605"/>
                    <a:pt x="13308" y="11454"/>
                  </a:cubicBezTo>
                  <a:cubicBezTo>
                    <a:pt x="13283" y="11279"/>
                    <a:pt x="13283" y="11028"/>
                    <a:pt x="13258" y="10727"/>
                  </a:cubicBezTo>
                  <a:cubicBezTo>
                    <a:pt x="13233" y="10427"/>
                    <a:pt x="13158" y="10076"/>
                    <a:pt x="13083" y="9675"/>
                  </a:cubicBezTo>
                  <a:cubicBezTo>
                    <a:pt x="13008" y="9299"/>
                    <a:pt x="12882" y="8873"/>
                    <a:pt x="12732" y="8447"/>
                  </a:cubicBezTo>
                  <a:cubicBezTo>
                    <a:pt x="12582" y="7996"/>
                    <a:pt x="12406" y="7544"/>
                    <a:pt x="12181" y="7068"/>
                  </a:cubicBezTo>
                  <a:cubicBezTo>
                    <a:pt x="11955" y="6617"/>
                    <a:pt x="11679" y="6141"/>
                    <a:pt x="11404" y="5690"/>
                  </a:cubicBezTo>
                  <a:cubicBezTo>
                    <a:pt x="11103" y="5214"/>
                    <a:pt x="10752" y="4762"/>
                    <a:pt x="10376" y="4336"/>
                  </a:cubicBezTo>
                  <a:cubicBezTo>
                    <a:pt x="10000" y="3910"/>
                    <a:pt x="9599" y="3509"/>
                    <a:pt x="9173" y="3108"/>
                  </a:cubicBezTo>
                  <a:cubicBezTo>
                    <a:pt x="8747" y="2732"/>
                    <a:pt x="8271" y="2356"/>
                    <a:pt x="7820" y="2031"/>
                  </a:cubicBezTo>
                  <a:cubicBezTo>
                    <a:pt x="7344" y="1705"/>
                    <a:pt x="6842" y="1429"/>
                    <a:pt x="6341" y="1178"/>
                  </a:cubicBezTo>
                  <a:cubicBezTo>
                    <a:pt x="5815" y="928"/>
                    <a:pt x="5338" y="702"/>
                    <a:pt x="4812" y="527"/>
                  </a:cubicBezTo>
                  <a:cubicBezTo>
                    <a:pt x="4286" y="351"/>
                    <a:pt x="3785" y="226"/>
                    <a:pt x="3308" y="126"/>
                  </a:cubicBezTo>
                  <a:cubicBezTo>
                    <a:pt x="3058" y="76"/>
                    <a:pt x="2832" y="51"/>
                    <a:pt x="2632" y="26"/>
                  </a:cubicBezTo>
                  <a:cubicBezTo>
                    <a:pt x="2406" y="1"/>
                    <a:pt x="2206" y="1"/>
                    <a:pt x="2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9"/>
            <p:cNvSpPr/>
            <p:nvPr/>
          </p:nvSpPr>
          <p:spPr>
            <a:xfrm>
              <a:off x="1184650" y="3876108"/>
              <a:ext cx="247824" cy="357416"/>
            </a:xfrm>
            <a:custGeom>
              <a:avLst/>
              <a:gdLst/>
              <a:ahLst/>
              <a:cxnLst/>
              <a:rect l="l" t="t" r="r" b="b"/>
              <a:pathLst>
                <a:path w="10427" h="15038" extrusionOk="0">
                  <a:moveTo>
                    <a:pt x="10276" y="0"/>
                  </a:moveTo>
                  <a:cubicBezTo>
                    <a:pt x="10276" y="0"/>
                    <a:pt x="10176" y="25"/>
                    <a:pt x="10025" y="75"/>
                  </a:cubicBezTo>
                  <a:cubicBezTo>
                    <a:pt x="9850" y="125"/>
                    <a:pt x="9599" y="201"/>
                    <a:pt x="9323" y="326"/>
                  </a:cubicBezTo>
                  <a:cubicBezTo>
                    <a:pt x="9048" y="426"/>
                    <a:pt x="8722" y="577"/>
                    <a:pt x="8346" y="777"/>
                  </a:cubicBezTo>
                  <a:cubicBezTo>
                    <a:pt x="7995" y="952"/>
                    <a:pt x="7619" y="1178"/>
                    <a:pt x="7218" y="1404"/>
                  </a:cubicBezTo>
                  <a:cubicBezTo>
                    <a:pt x="6842" y="1679"/>
                    <a:pt x="6441" y="1955"/>
                    <a:pt x="6040" y="2256"/>
                  </a:cubicBezTo>
                  <a:cubicBezTo>
                    <a:pt x="5639" y="2582"/>
                    <a:pt x="5238" y="2907"/>
                    <a:pt x="4837" y="3283"/>
                  </a:cubicBezTo>
                  <a:cubicBezTo>
                    <a:pt x="4060" y="4035"/>
                    <a:pt x="3358" y="4887"/>
                    <a:pt x="2732" y="5815"/>
                  </a:cubicBezTo>
                  <a:cubicBezTo>
                    <a:pt x="2080" y="6742"/>
                    <a:pt x="1529" y="7745"/>
                    <a:pt x="1128" y="8747"/>
                  </a:cubicBezTo>
                  <a:cubicBezTo>
                    <a:pt x="702" y="9750"/>
                    <a:pt x="401" y="10752"/>
                    <a:pt x="226" y="11679"/>
                  </a:cubicBezTo>
                  <a:cubicBezTo>
                    <a:pt x="50" y="12607"/>
                    <a:pt x="0" y="13434"/>
                    <a:pt x="0" y="14035"/>
                  </a:cubicBezTo>
                  <a:cubicBezTo>
                    <a:pt x="0" y="14336"/>
                    <a:pt x="25" y="14612"/>
                    <a:pt x="25" y="14762"/>
                  </a:cubicBezTo>
                  <a:cubicBezTo>
                    <a:pt x="50" y="14938"/>
                    <a:pt x="50" y="15038"/>
                    <a:pt x="50" y="15038"/>
                  </a:cubicBezTo>
                  <a:cubicBezTo>
                    <a:pt x="50" y="15038"/>
                    <a:pt x="150" y="15013"/>
                    <a:pt x="326" y="14988"/>
                  </a:cubicBezTo>
                  <a:cubicBezTo>
                    <a:pt x="476" y="14938"/>
                    <a:pt x="752" y="14862"/>
                    <a:pt x="1028" y="14762"/>
                  </a:cubicBezTo>
                  <a:cubicBezTo>
                    <a:pt x="1604" y="14562"/>
                    <a:pt x="2381" y="14236"/>
                    <a:pt x="3183" y="13760"/>
                  </a:cubicBezTo>
                  <a:cubicBezTo>
                    <a:pt x="3985" y="13283"/>
                    <a:pt x="4862" y="12682"/>
                    <a:pt x="5664" y="11930"/>
                  </a:cubicBezTo>
                  <a:cubicBezTo>
                    <a:pt x="6466" y="11203"/>
                    <a:pt x="7218" y="10326"/>
                    <a:pt x="7870" y="9374"/>
                  </a:cubicBezTo>
                  <a:cubicBezTo>
                    <a:pt x="8521" y="8421"/>
                    <a:pt x="9073" y="7394"/>
                    <a:pt x="9474" y="6366"/>
                  </a:cubicBezTo>
                  <a:cubicBezTo>
                    <a:pt x="9674" y="5865"/>
                    <a:pt x="9875" y="5364"/>
                    <a:pt x="10000" y="4837"/>
                  </a:cubicBezTo>
                  <a:cubicBezTo>
                    <a:pt x="10125" y="4336"/>
                    <a:pt x="10226" y="3835"/>
                    <a:pt x="10276" y="3384"/>
                  </a:cubicBezTo>
                  <a:cubicBezTo>
                    <a:pt x="10351" y="2907"/>
                    <a:pt x="10401" y="2456"/>
                    <a:pt x="10401" y="2055"/>
                  </a:cubicBezTo>
                  <a:cubicBezTo>
                    <a:pt x="10426" y="1654"/>
                    <a:pt x="10426" y="1303"/>
                    <a:pt x="10401" y="978"/>
                  </a:cubicBezTo>
                  <a:cubicBezTo>
                    <a:pt x="10376" y="677"/>
                    <a:pt x="10351" y="426"/>
                    <a:pt x="10326" y="251"/>
                  </a:cubicBezTo>
                  <a:cubicBezTo>
                    <a:pt x="10301" y="100"/>
                    <a:pt x="10276" y="0"/>
                    <a:pt x="10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9"/>
            <p:cNvSpPr/>
            <p:nvPr/>
          </p:nvSpPr>
          <p:spPr>
            <a:xfrm>
              <a:off x="2017806" y="4040658"/>
              <a:ext cx="147763" cy="126300"/>
            </a:xfrm>
            <a:custGeom>
              <a:avLst/>
              <a:gdLst/>
              <a:ahLst/>
              <a:cxnLst/>
              <a:rect l="l" t="t" r="r" b="b"/>
              <a:pathLst>
                <a:path w="6217" h="5314" extrusionOk="0">
                  <a:moveTo>
                    <a:pt x="5617" y="1"/>
                  </a:moveTo>
                  <a:cubicBezTo>
                    <a:pt x="5526" y="1"/>
                    <a:pt x="5432" y="36"/>
                    <a:pt x="5348" y="120"/>
                  </a:cubicBezTo>
                  <a:cubicBezTo>
                    <a:pt x="3744" y="1699"/>
                    <a:pt x="2015" y="3152"/>
                    <a:pt x="336" y="4606"/>
                  </a:cubicBezTo>
                  <a:cubicBezTo>
                    <a:pt x="0" y="4882"/>
                    <a:pt x="302" y="5314"/>
                    <a:pt x="641" y="5314"/>
                  </a:cubicBezTo>
                  <a:cubicBezTo>
                    <a:pt x="732" y="5314"/>
                    <a:pt x="827" y="5282"/>
                    <a:pt x="912" y="5207"/>
                  </a:cubicBezTo>
                  <a:cubicBezTo>
                    <a:pt x="2616" y="3729"/>
                    <a:pt x="4321" y="2300"/>
                    <a:pt x="5925" y="721"/>
                  </a:cubicBezTo>
                  <a:cubicBezTo>
                    <a:pt x="6217" y="429"/>
                    <a:pt x="5934" y="1"/>
                    <a:pt x="5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9"/>
            <p:cNvSpPr/>
            <p:nvPr/>
          </p:nvSpPr>
          <p:spPr>
            <a:xfrm>
              <a:off x="1505809" y="4169294"/>
              <a:ext cx="151542" cy="159171"/>
            </a:xfrm>
            <a:custGeom>
              <a:avLst/>
              <a:gdLst/>
              <a:ahLst/>
              <a:cxnLst/>
              <a:rect l="l" t="t" r="r" b="b"/>
              <a:pathLst>
                <a:path w="6376" h="6697" extrusionOk="0">
                  <a:moveTo>
                    <a:pt x="570" y="0"/>
                  </a:moveTo>
                  <a:cubicBezTo>
                    <a:pt x="272" y="0"/>
                    <a:pt x="1" y="419"/>
                    <a:pt x="248" y="723"/>
                  </a:cubicBezTo>
                  <a:cubicBezTo>
                    <a:pt x="1852" y="2803"/>
                    <a:pt x="3531" y="4808"/>
                    <a:pt x="5461" y="6588"/>
                  </a:cubicBezTo>
                  <a:cubicBezTo>
                    <a:pt x="5548" y="6664"/>
                    <a:pt x="5645" y="6696"/>
                    <a:pt x="5739" y="6696"/>
                  </a:cubicBezTo>
                  <a:cubicBezTo>
                    <a:pt x="6076" y="6696"/>
                    <a:pt x="6376" y="6280"/>
                    <a:pt x="6062" y="5986"/>
                  </a:cubicBezTo>
                  <a:cubicBezTo>
                    <a:pt x="4107" y="4207"/>
                    <a:pt x="2453" y="2227"/>
                    <a:pt x="849" y="146"/>
                  </a:cubicBezTo>
                  <a:cubicBezTo>
                    <a:pt x="764" y="43"/>
                    <a:pt x="666" y="0"/>
                    <a:pt x="5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9"/>
            <p:cNvSpPr/>
            <p:nvPr/>
          </p:nvSpPr>
          <p:spPr>
            <a:xfrm>
              <a:off x="1398732" y="4029059"/>
              <a:ext cx="102747" cy="160312"/>
            </a:xfrm>
            <a:custGeom>
              <a:avLst/>
              <a:gdLst/>
              <a:ahLst/>
              <a:cxnLst/>
              <a:rect l="l" t="t" r="r" b="b"/>
              <a:pathLst>
                <a:path w="4323" h="6745" extrusionOk="0">
                  <a:moveTo>
                    <a:pt x="3816" y="0"/>
                  </a:moveTo>
                  <a:cubicBezTo>
                    <a:pt x="3649" y="0"/>
                    <a:pt x="3478" y="85"/>
                    <a:pt x="3399" y="282"/>
                  </a:cubicBezTo>
                  <a:cubicBezTo>
                    <a:pt x="2547" y="2337"/>
                    <a:pt x="1369" y="4242"/>
                    <a:pt x="191" y="6122"/>
                  </a:cubicBezTo>
                  <a:cubicBezTo>
                    <a:pt x="0" y="6451"/>
                    <a:pt x="290" y="6745"/>
                    <a:pt x="577" y="6745"/>
                  </a:cubicBezTo>
                  <a:cubicBezTo>
                    <a:pt x="705" y="6745"/>
                    <a:pt x="833" y="6687"/>
                    <a:pt x="918" y="6548"/>
                  </a:cubicBezTo>
                  <a:cubicBezTo>
                    <a:pt x="2146" y="4593"/>
                    <a:pt x="3324" y="2638"/>
                    <a:pt x="4201" y="508"/>
                  </a:cubicBezTo>
                  <a:cubicBezTo>
                    <a:pt x="4323" y="203"/>
                    <a:pt x="4075" y="0"/>
                    <a:pt x="3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9"/>
            <p:cNvSpPr/>
            <p:nvPr/>
          </p:nvSpPr>
          <p:spPr>
            <a:xfrm>
              <a:off x="1866424" y="4157671"/>
              <a:ext cx="125516" cy="137851"/>
            </a:xfrm>
            <a:custGeom>
              <a:avLst/>
              <a:gdLst/>
              <a:ahLst/>
              <a:cxnLst/>
              <a:rect l="l" t="t" r="r" b="b"/>
              <a:pathLst>
                <a:path w="5281" h="5800" extrusionOk="0">
                  <a:moveTo>
                    <a:pt x="637" y="0"/>
                  </a:moveTo>
                  <a:cubicBezTo>
                    <a:pt x="300" y="0"/>
                    <a:pt x="0" y="417"/>
                    <a:pt x="314" y="711"/>
                  </a:cubicBezTo>
                  <a:cubicBezTo>
                    <a:pt x="1918" y="2139"/>
                    <a:pt x="3020" y="3944"/>
                    <a:pt x="4324" y="5623"/>
                  </a:cubicBezTo>
                  <a:cubicBezTo>
                    <a:pt x="4419" y="5748"/>
                    <a:pt x="4549" y="5799"/>
                    <a:pt x="4677" y="5799"/>
                  </a:cubicBezTo>
                  <a:cubicBezTo>
                    <a:pt x="4985" y="5799"/>
                    <a:pt x="5281" y="5498"/>
                    <a:pt x="5051" y="5197"/>
                  </a:cubicBezTo>
                  <a:cubicBezTo>
                    <a:pt x="3697" y="3467"/>
                    <a:pt x="2569" y="1613"/>
                    <a:pt x="915" y="109"/>
                  </a:cubicBezTo>
                  <a:cubicBezTo>
                    <a:pt x="828" y="33"/>
                    <a:pt x="731" y="0"/>
                    <a:pt x="6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9"/>
            <p:cNvSpPr/>
            <p:nvPr/>
          </p:nvSpPr>
          <p:spPr>
            <a:xfrm>
              <a:off x="1921710" y="425902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35" y="0"/>
                  </a:moveTo>
                  <a:cubicBezTo>
                    <a:pt x="255" y="0"/>
                    <a:pt x="0" y="3138"/>
                    <a:pt x="2524" y="3138"/>
                  </a:cubicBezTo>
                  <a:cubicBezTo>
                    <a:pt x="4429" y="3138"/>
                    <a:pt x="4679" y="81"/>
                    <a:pt x="2374" y="5"/>
                  </a:cubicBezTo>
                  <a:cubicBezTo>
                    <a:pt x="2327" y="2"/>
                    <a:pt x="2280" y="0"/>
                    <a:pt x="2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9"/>
            <p:cNvSpPr/>
            <p:nvPr/>
          </p:nvSpPr>
          <p:spPr>
            <a:xfrm>
              <a:off x="1567869" y="4287019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60" y="0"/>
                  </a:moveTo>
                  <a:cubicBezTo>
                    <a:pt x="279" y="0"/>
                    <a:pt x="1" y="3138"/>
                    <a:pt x="2549" y="3138"/>
                  </a:cubicBezTo>
                  <a:cubicBezTo>
                    <a:pt x="4454" y="3138"/>
                    <a:pt x="4679" y="56"/>
                    <a:pt x="2398" y="5"/>
                  </a:cubicBezTo>
                  <a:cubicBezTo>
                    <a:pt x="2351" y="2"/>
                    <a:pt x="2305" y="0"/>
                    <a:pt x="2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9"/>
            <p:cNvSpPr/>
            <p:nvPr/>
          </p:nvSpPr>
          <p:spPr>
            <a:xfrm>
              <a:off x="1432626" y="399690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extrusionOk="0">
                  <a:moveTo>
                    <a:pt x="2259" y="1"/>
                  </a:moveTo>
                  <a:cubicBezTo>
                    <a:pt x="256" y="1"/>
                    <a:pt x="1" y="3139"/>
                    <a:pt x="2525" y="3139"/>
                  </a:cubicBezTo>
                  <a:cubicBezTo>
                    <a:pt x="4454" y="3139"/>
                    <a:pt x="4680" y="56"/>
                    <a:pt x="2399" y="6"/>
                  </a:cubicBezTo>
                  <a:cubicBezTo>
                    <a:pt x="2352" y="2"/>
                    <a:pt x="2305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9"/>
            <p:cNvSpPr/>
            <p:nvPr/>
          </p:nvSpPr>
          <p:spPr>
            <a:xfrm>
              <a:off x="1869062" y="4215547"/>
              <a:ext cx="82854" cy="56115"/>
            </a:xfrm>
            <a:custGeom>
              <a:avLst/>
              <a:gdLst/>
              <a:ahLst/>
              <a:cxnLst/>
              <a:rect l="l" t="t" r="r" b="b"/>
              <a:pathLst>
                <a:path w="3486" h="236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61"/>
                  </a:cubicBezTo>
                  <a:cubicBezTo>
                    <a:pt x="3310" y="2361"/>
                    <a:pt x="3486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9"/>
            <p:cNvSpPr/>
            <p:nvPr/>
          </p:nvSpPr>
          <p:spPr>
            <a:xfrm>
              <a:off x="1573003" y="4215547"/>
              <a:ext cx="83448" cy="56115"/>
            </a:xfrm>
            <a:custGeom>
              <a:avLst/>
              <a:gdLst/>
              <a:ahLst/>
              <a:cxnLst/>
              <a:rect l="l" t="t" r="r" b="b"/>
              <a:pathLst>
                <a:path w="3511" h="2361" extrusionOk="0">
                  <a:moveTo>
                    <a:pt x="1666" y="0"/>
                  </a:moveTo>
                  <a:cubicBezTo>
                    <a:pt x="191" y="0"/>
                    <a:pt x="0" y="2336"/>
                    <a:pt x="1907" y="2361"/>
                  </a:cubicBezTo>
                  <a:cubicBezTo>
                    <a:pt x="3335" y="2361"/>
                    <a:pt x="3511" y="55"/>
                    <a:pt x="1781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9"/>
            <p:cNvSpPr/>
            <p:nvPr/>
          </p:nvSpPr>
          <p:spPr>
            <a:xfrm>
              <a:off x="1387133" y="4075550"/>
              <a:ext cx="83234" cy="55545"/>
            </a:xfrm>
            <a:custGeom>
              <a:avLst/>
              <a:gdLst/>
              <a:ahLst/>
              <a:cxnLst/>
              <a:rect l="l" t="t" r="r" b="b"/>
              <a:pathLst>
                <a:path w="3502" h="2337" extrusionOk="0">
                  <a:moveTo>
                    <a:pt x="1667" y="1"/>
                  </a:moveTo>
                  <a:cubicBezTo>
                    <a:pt x="192" y="1"/>
                    <a:pt x="0" y="2336"/>
                    <a:pt x="1882" y="2336"/>
                  </a:cubicBezTo>
                  <a:cubicBezTo>
                    <a:pt x="1890" y="2336"/>
                    <a:pt x="1897" y="2336"/>
                    <a:pt x="1905" y="2336"/>
                  </a:cubicBezTo>
                  <a:cubicBezTo>
                    <a:pt x="3313" y="2336"/>
                    <a:pt x="3502" y="30"/>
                    <a:pt x="1782" y="5"/>
                  </a:cubicBezTo>
                  <a:cubicBezTo>
                    <a:pt x="1743" y="2"/>
                    <a:pt x="170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9"/>
            <p:cNvSpPr/>
            <p:nvPr/>
          </p:nvSpPr>
          <p:spPr>
            <a:xfrm>
              <a:off x="2095885" y="4001036"/>
              <a:ext cx="110994" cy="74654"/>
            </a:xfrm>
            <a:custGeom>
              <a:avLst/>
              <a:gdLst/>
              <a:ahLst/>
              <a:cxnLst/>
              <a:rect l="l" t="t" r="r" b="b"/>
              <a:pathLst>
                <a:path w="4670" h="3141" extrusionOk="0">
                  <a:moveTo>
                    <a:pt x="2203" y="1"/>
                  </a:moveTo>
                  <a:cubicBezTo>
                    <a:pt x="244" y="1"/>
                    <a:pt x="0" y="3116"/>
                    <a:pt x="2514" y="3140"/>
                  </a:cubicBezTo>
                  <a:cubicBezTo>
                    <a:pt x="4419" y="3140"/>
                    <a:pt x="4670" y="57"/>
                    <a:pt x="2364" y="7"/>
                  </a:cubicBezTo>
                  <a:cubicBezTo>
                    <a:pt x="2309" y="3"/>
                    <a:pt x="2256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9"/>
            <p:cNvSpPr/>
            <p:nvPr/>
          </p:nvSpPr>
          <p:spPr>
            <a:xfrm>
              <a:off x="2038841" y="4047551"/>
              <a:ext cx="83448" cy="56139"/>
            </a:xfrm>
            <a:custGeom>
              <a:avLst/>
              <a:gdLst/>
              <a:ahLst/>
              <a:cxnLst/>
              <a:rect l="l" t="t" r="r" b="b"/>
              <a:pathLst>
                <a:path w="3511" h="2362" extrusionOk="0">
                  <a:moveTo>
                    <a:pt x="1666" y="1"/>
                  </a:moveTo>
                  <a:cubicBezTo>
                    <a:pt x="191" y="1"/>
                    <a:pt x="1" y="2337"/>
                    <a:pt x="1907" y="2361"/>
                  </a:cubicBezTo>
                  <a:cubicBezTo>
                    <a:pt x="3335" y="2361"/>
                    <a:pt x="3511" y="55"/>
                    <a:pt x="1782" y="5"/>
                  </a:cubicBezTo>
                  <a:cubicBezTo>
                    <a:pt x="1742" y="2"/>
                    <a:pt x="1704" y="1"/>
                    <a:pt x="1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9"/>
            <p:cNvSpPr/>
            <p:nvPr/>
          </p:nvSpPr>
          <p:spPr>
            <a:xfrm>
              <a:off x="948153" y="3917680"/>
              <a:ext cx="211483" cy="380779"/>
            </a:xfrm>
            <a:custGeom>
              <a:avLst/>
              <a:gdLst/>
              <a:ahLst/>
              <a:cxnLst/>
              <a:rect l="l" t="t" r="r" b="b"/>
              <a:pathLst>
                <a:path w="8898" h="16021" extrusionOk="0">
                  <a:moveTo>
                    <a:pt x="4239" y="1"/>
                  </a:moveTo>
                  <a:cubicBezTo>
                    <a:pt x="3672" y="1"/>
                    <a:pt x="3052" y="99"/>
                    <a:pt x="2431" y="381"/>
                  </a:cubicBezTo>
                  <a:cubicBezTo>
                    <a:pt x="2005" y="582"/>
                    <a:pt x="1629" y="858"/>
                    <a:pt x="1328" y="1183"/>
                  </a:cubicBezTo>
                  <a:cubicBezTo>
                    <a:pt x="1003" y="1484"/>
                    <a:pt x="777" y="1860"/>
                    <a:pt x="602" y="2186"/>
                  </a:cubicBezTo>
                  <a:cubicBezTo>
                    <a:pt x="251" y="2888"/>
                    <a:pt x="125" y="3564"/>
                    <a:pt x="50" y="4166"/>
                  </a:cubicBezTo>
                  <a:cubicBezTo>
                    <a:pt x="0" y="4767"/>
                    <a:pt x="0" y="5344"/>
                    <a:pt x="25" y="5895"/>
                  </a:cubicBezTo>
                  <a:cubicBezTo>
                    <a:pt x="100" y="6973"/>
                    <a:pt x="301" y="7950"/>
                    <a:pt x="552" y="8853"/>
                  </a:cubicBezTo>
                  <a:cubicBezTo>
                    <a:pt x="802" y="9755"/>
                    <a:pt x="1078" y="10557"/>
                    <a:pt x="1354" y="11309"/>
                  </a:cubicBezTo>
                  <a:cubicBezTo>
                    <a:pt x="1930" y="12788"/>
                    <a:pt x="2557" y="13965"/>
                    <a:pt x="3008" y="14767"/>
                  </a:cubicBezTo>
                  <a:cubicBezTo>
                    <a:pt x="3233" y="15194"/>
                    <a:pt x="3434" y="15494"/>
                    <a:pt x="3559" y="15695"/>
                  </a:cubicBezTo>
                  <a:cubicBezTo>
                    <a:pt x="3684" y="15920"/>
                    <a:pt x="3760" y="16021"/>
                    <a:pt x="3760" y="16021"/>
                  </a:cubicBezTo>
                  <a:cubicBezTo>
                    <a:pt x="3760" y="16021"/>
                    <a:pt x="3760" y="15895"/>
                    <a:pt x="3734" y="15645"/>
                  </a:cubicBezTo>
                  <a:cubicBezTo>
                    <a:pt x="3734" y="15394"/>
                    <a:pt x="3709" y="15018"/>
                    <a:pt x="3659" y="14567"/>
                  </a:cubicBezTo>
                  <a:cubicBezTo>
                    <a:pt x="3609" y="14116"/>
                    <a:pt x="3559" y="13564"/>
                    <a:pt x="3509" y="12938"/>
                  </a:cubicBezTo>
                  <a:cubicBezTo>
                    <a:pt x="3434" y="12311"/>
                    <a:pt x="3359" y="11610"/>
                    <a:pt x="3283" y="10833"/>
                  </a:cubicBezTo>
                  <a:cubicBezTo>
                    <a:pt x="3208" y="10081"/>
                    <a:pt x="3133" y="9279"/>
                    <a:pt x="3058" y="8427"/>
                  </a:cubicBezTo>
                  <a:cubicBezTo>
                    <a:pt x="3008" y="7574"/>
                    <a:pt x="2983" y="6697"/>
                    <a:pt x="3033" y="5845"/>
                  </a:cubicBezTo>
                  <a:cubicBezTo>
                    <a:pt x="3058" y="5419"/>
                    <a:pt x="3083" y="4993"/>
                    <a:pt x="3183" y="4617"/>
                  </a:cubicBezTo>
                  <a:cubicBezTo>
                    <a:pt x="3258" y="4241"/>
                    <a:pt x="3359" y="3915"/>
                    <a:pt x="3484" y="3715"/>
                  </a:cubicBezTo>
                  <a:cubicBezTo>
                    <a:pt x="3634" y="3514"/>
                    <a:pt x="3709" y="3464"/>
                    <a:pt x="3810" y="3414"/>
                  </a:cubicBezTo>
                  <a:cubicBezTo>
                    <a:pt x="3892" y="3373"/>
                    <a:pt x="4074" y="3332"/>
                    <a:pt x="4315" y="3332"/>
                  </a:cubicBezTo>
                  <a:cubicBezTo>
                    <a:pt x="4369" y="3332"/>
                    <a:pt x="4427" y="3334"/>
                    <a:pt x="4486" y="3339"/>
                  </a:cubicBezTo>
                  <a:cubicBezTo>
                    <a:pt x="4562" y="3364"/>
                    <a:pt x="4637" y="3364"/>
                    <a:pt x="4737" y="3389"/>
                  </a:cubicBezTo>
                  <a:lnTo>
                    <a:pt x="4837" y="3389"/>
                  </a:lnTo>
                  <a:lnTo>
                    <a:pt x="4937" y="3414"/>
                  </a:lnTo>
                  <a:lnTo>
                    <a:pt x="4988" y="3439"/>
                  </a:lnTo>
                  <a:lnTo>
                    <a:pt x="5038" y="3439"/>
                  </a:lnTo>
                  <a:lnTo>
                    <a:pt x="5113" y="3464"/>
                  </a:lnTo>
                  <a:cubicBezTo>
                    <a:pt x="5163" y="3489"/>
                    <a:pt x="5213" y="3514"/>
                    <a:pt x="5238" y="3539"/>
                  </a:cubicBezTo>
                  <a:cubicBezTo>
                    <a:pt x="5389" y="3615"/>
                    <a:pt x="5464" y="3690"/>
                    <a:pt x="5589" y="3890"/>
                  </a:cubicBezTo>
                  <a:cubicBezTo>
                    <a:pt x="5689" y="4091"/>
                    <a:pt x="5765" y="4417"/>
                    <a:pt x="5815" y="4792"/>
                  </a:cubicBezTo>
                  <a:cubicBezTo>
                    <a:pt x="5840" y="5168"/>
                    <a:pt x="5840" y="5569"/>
                    <a:pt x="5815" y="5996"/>
                  </a:cubicBezTo>
                  <a:cubicBezTo>
                    <a:pt x="5740" y="6848"/>
                    <a:pt x="5589" y="7725"/>
                    <a:pt x="5414" y="8552"/>
                  </a:cubicBezTo>
                  <a:cubicBezTo>
                    <a:pt x="5238" y="9379"/>
                    <a:pt x="5063" y="10181"/>
                    <a:pt x="4862" y="10933"/>
                  </a:cubicBezTo>
                  <a:cubicBezTo>
                    <a:pt x="4511" y="12412"/>
                    <a:pt x="4186" y="13690"/>
                    <a:pt x="3985" y="14592"/>
                  </a:cubicBezTo>
                  <a:cubicBezTo>
                    <a:pt x="3885" y="15043"/>
                    <a:pt x="3835" y="15394"/>
                    <a:pt x="3810" y="15645"/>
                  </a:cubicBezTo>
                  <a:cubicBezTo>
                    <a:pt x="3760" y="15895"/>
                    <a:pt x="3760" y="16021"/>
                    <a:pt x="3760" y="16021"/>
                  </a:cubicBezTo>
                  <a:cubicBezTo>
                    <a:pt x="3760" y="16021"/>
                    <a:pt x="4060" y="15595"/>
                    <a:pt x="4587" y="14843"/>
                  </a:cubicBezTo>
                  <a:cubicBezTo>
                    <a:pt x="5113" y="14091"/>
                    <a:pt x="5865" y="13013"/>
                    <a:pt x="6617" y="11610"/>
                  </a:cubicBezTo>
                  <a:cubicBezTo>
                    <a:pt x="7018" y="10933"/>
                    <a:pt x="7394" y="10156"/>
                    <a:pt x="7770" y="9304"/>
                  </a:cubicBezTo>
                  <a:cubicBezTo>
                    <a:pt x="8120" y="8427"/>
                    <a:pt x="8471" y="7499"/>
                    <a:pt x="8697" y="6422"/>
                  </a:cubicBezTo>
                  <a:cubicBezTo>
                    <a:pt x="8797" y="5895"/>
                    <a:pt x="8897" y="5319"/>
                    <a:pt x="8897" y="4717"/>
                  </a:cubicBezTo>
                  <a:cubicBezTo>
                    <a:pt x="8897" y="4091"/>
                    <a:pt x="8847" y="3389"/>
                    <a:pt x="8547" y="2662"/>
                  </a:cubicBezTo>
                  <a:cubicBezTo>
                    <a:pt x="8271" y="1935"/>
                    <a:pt x="7694" y="1158"/>
                    <a:pt x="6943" y="707"/>
                  </a:cubicBezTo>
                  <a:cubicBezTo>
                    <a:pt x="6767" y="582"/>
                    <a:pt x="6592" y="507"/>
                    <a:pt x="6391" y="432"/>
                  </a:cubicBezTo>
                  <a:lnTo>
                    <a:pt x="6115" y="306"/>
                  </a:lnTo>
                  <a:lnTo>
                    <a:pt x="5790" y="206"/>
                  </a:lnTo>
                  <a:lnTo>
                    <a:pt x="5664" y="181"/>
                  </a:lnTo>
                  <a:lnTo>
                    <a:pt x="5564" y="156"/>
                  </a:lnTo>
                  <a:lnTo>
                    <a:pt x="5414" y="131"/>
                  </a:lnTo>
                  <a:lnTo>
                    <a:pt x="5288" y="106"/>
                  </a:lnTo>
                  <a:cubicBezTo>
                    <a:pt x="5138" y="81"/>
                    <a:pt x="4963" y="56"/>
                    <a:pt x="4787" y="31"/>
                  </a:cubicBezTo>
                  <a:cubicBezTo>
                    <a:pt x="4612" y="12"/>
                    <a:pt x="4428" y="1"/>
                    <a:pt x="4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9"/>
            <p:cNvSpPr/>
            <p:nvPr/>
          </p:nvSpPr>
          <p:spPr>
            <a:xfrm>
              <a:off x="1037499" y="4294293"/>
              <a:ext cx="316916" cy="300920"/>
            </a:xfrm>
            <a:custGeom>
              <a:avLst/>
              <a:gdLst/>
              <a:ahLst/>
              <a:cxnLst/>
              <a:rect l="l" t="t" r="r" b="b"/>
              <a:pathLst>
                <a:path w="13334" h="12661" extrusionOk="0">
                  <a:moveTo>
                    <a:pt x="1504" y="0"/>
                  </a:moveTo>
                  <a:cubicBezTo>
                    <a:pt x="1028" y="0"/>
                    <a:pt x="627" y="50"/>
                    <a:pt x="376" y="100"/>
                  </a:cubicBezTo>
                  <a:cubicBezTo>
                    <a:pt x="126" y="151"/>
                    <a:pt x="1" y="176"/>
                    <a:pt x="1" y="176"/>
                  </a:cubicBezTo>
                  <a:cubicBezTo>
                    <a:pt x="1" y="1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26" y="226"/>
                    <a:pt x="376" y="276"/>
                  </a:cubicBezTo>
                  <a:cubicBezTo>
                    <a:pt x="602" y="351"/>
                    <a:pt x="953" y="476"/>
                    <a:pt x="1379" y="652"/>
                  </a:cubicBezTo>
                  <a:cubicBezTo>
                    <a:pt x="2206" y="1028"/>
                    <a:pt x="3384" y="1604"/>
                    <a:pt x="4687" y="2406"/>
                  </a:cubicBezTo>
                  <a:cubicBezTo>
                    <a:pt x="5339" y="2807"/>
                    <a:pt x="6041" y="3233"/>
                    <a:pt x="6717" y="3760"/>
                  </a:cubicBezTo>
                  <a:cubicBezTo>
                    <a:pt x="7394" y="4261"/>
                    <a:pt x="8071" y="4812"/>
                    <a:pt x="8672" y="5439"/>
                  </a:cubicBezTo>
                  <a:cubicBezTo>
                    <a:pt x="8948" y="5740"/>
                    <a:pt x="9224" y="6065"/>
                    <a:pt x="9449" y="6391"/>
                  </a:cubicBezTo>
                  <a:cubicBezTo>
                    <a:pt x="9650" y="6717"/>
                    <a:pt x="9800" y="7018"/>
                    <a:pt x="9875" y="7319"/>
                  </a:cubicBezTo>
                  <a:cubicBezTo>
                    <a:pt x="9976" y="7594"/>
                    <a:pt x="9976" y="7845"/>
                    <a:pt x="9925" y="8095"/>
                  </a:cubicBezTo>
                  <a:cubicBezTo>
                    <a:pt x="9875" y="8321"/>
                    <a:pt x="9775" y="8597"/>
                    <a:pt x="9575" y="8872"/>
                  </a:cubicBezTo>
                  <a:lnTo>
                    <a:pt x="9549" y="8923"/>
                  </a:lnTo>
                  <a:lnTo>
                    <a:pt x="9549" y="8923"/>
                  </a:lnTo>
                  <a:lnTo>
                    <a:pt x="9549" y="8923"/>
                  </a:lnTo>
                  <a:lnTo>
                    <a:pt x="9524" y="8948"/>
                  </a:lnTo>
                  <a:cubicBezTo>
                    <a:pt x="9527" y="8945"/>
                    <a:pt x="9529" y="8943"/>
                    <a:pt x="9530" y="8943"/>
                  </a:cubicBezTo>
                  <a:cubicBezTo>
                    <a:pt x="9530" y="8943"/>
                    <a:pt x="9530" y="8945"/>
                    <a:pt x="9529" y="8948"/>
                  </a:cubicBezTo>
                  <a:lnTo>
                    <a:pt x="9529" y="8948"/>
                  </a:lnTo>
                  <a:lnTo>
                    <a:pt x="9424" y="9073"/>
                  </a:lnTo>
                  <a:cubicBezTo>
                    <a:pt x="9374" y="9123"/>
                    <a:pt x="9374" y="9148"/>
                    <a:pt x="9324" y="9198"/>
                  </a:cubicBezTo>
                  <a:cubicBezTo>
                    <a:pt x="9249" y="9273"/>
                    <a:pt x="9174" y="9324"/>
                    <a:pt x="9123" y="9349"/>
                  </a:cubicBezTo>
                  <a:cubicBezTo>
                    <a:pt x="9073" y="9374"/>
                    <a:pt x="9073" y="9374"/>
                    <a:pt x="9023" y="9374"/>
                  </a:cubicBezTo>
                  <a:cubicBezTo>
                    <a:pt x="8998" y="9386"/>
                    <a:pt x="8967" y="9392"/>
                    <a:pt x="8926" y="9392"/>
                  </a:cubicBezTo>
                  <a:cubicBezTo>
                    <a:pt x="8885" y="9392"/>
                    <a:pt x="8835" y="9386"/>
                    <a:pt x="8773" y="9374"/>
                  </a:cubicBezTo>
                  <a:cubicBezTo>
                    <a:pt x="8572" y="9298"/>
                    <a:pt x="8246" y="9148"/>
                    <a:pt x="7920" y="8923"/>
                  </a:cubicBezTo>
                  <a:cubicBezTo>
                    <a:pt x="7595" y="8697"/>
                    <a:pt x="7244" y="8396"/>
                    <a:pt x="6918" y="8095"/>
                  </a:cubicBezTo>
                  <a:cubicBezTo>
                    <a:pt x="6291" y="7494"/>
                    <a:pt x="5665" y="6817"/>
                    <a:pt x="5088" y="6166"/>
                  </a:cubicBezTo>
                  <a:cubicBezTo>
                    <a:pt x="4537" y="5489"/>
                    <a:pt x="3986" y="4837"/>
                    <a:pt x="3509" y="4236"/>
                  </a:cubicBezTo>
                  <a:cubicBezTo>
                    <a:pt x="2507" y="3008"/>
                    <a:pt x="1655" y="1980"/>
                    <a:pt x="1028" y="1253"/>
                  </a:cubicBezTo>
                  <a:cubicBezTo>
                    <a:pt x="727" y="902"/>
                    <a:pt x="452" y="627"/>
                    <a:pt x="276" y="451"/>
                  </a:cubicBezTo>
                  <a:cubicBezTo>
                    <a:pt x="101" y="2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51" y="702"/>
                    <a:pt x="452" y="1604"/>
                  </a:cubicBezTo>
                  <a:cubicBezTo>
                    <a:pt x="752" y="2481"/>
                    <a:pt x="1178" y="3760"/>
                    <a:pt x="1855" y="5238"/>
                  </a:cubicBezTo>
                  <a:cubicBezTo>
                    <a:pt x="2181" y="5990"/>
                    <a:pt x="2582" y="6767"/>
                    <a:pt x="3033" y="7594"/>
                  </a:cubicBezTo>
                  <a:cubicBezTo>
                    <a:pt x="3509" y="8421"/>
                    <a:pt x="4061" y="9273"/>
                    <a:pt x="4762" y="10126"/>
                  </a:cubicBezTo>
                  <a:cubicBezTo>
                    <a:pt x="5113" y="10552"/>
                    <a:pt x="5514" y="10978"/>
                    <a:pt x="5991" y="11379"/>
                  </a:cubicBezTo>
                  <a:cubicBezTo>
                    <a:pt x="6467" y="11780"/>
                    <a:pt x="7018" y="12181"/>
                    <a:pt x="7770" y="12456"/>
                  </a:cubicBezTo>
                  <a:cubicBezTo>
                    <a:pt x="8129" y="12569"/>
                    <a:pt x="8508" y="12661"/>
                    <a:pt x="8944" y="12661"/>
                  </a:cubicBezTo>
                  <a:cubicBezTo>
                    <a:pt x="8995" y="12661"/>
                    <a:pt x="9046" y="12660"/>
                    <a:pt x="9098" y="12657"/>
                  </a:cubicBezTo>
                  <a:cubicBezTo>
                    <a:pt x="9139" y="12659"/>
                    <a:pt x="9180" y="12660"/>
                    <a:pt x="9220" y="12660"/>
                  </a:cubicBezTo>
                  <a:cubicBezTo>
                    <a:pt x="9659" y="12660"/>
                    <a:pt x="10112" y="12540"/>
                    <a:pt x="10502" y="12356"/>
                  </a:cubicBezTo>
                  <a:cubicBezTo>
                    <a:pt x="10928" y="12156"/>
                    <a:pt x="11304" y="11905"/>
                    <a:pt x="11605" y="11629"/>
                  </a:cubicBezTo>
                  <a:cubicBezTo>
                    <a:pt x="11755" y="11504"/>
                    <a:pt x="11905" y="11304"/>
                    <a:pt x="12031" y="11153"/>
                  </a:cubicBezTo>
                  <a:lnTo>
                    <a:pt x="12156" y="11003"/>
                  </a:lnTo>
                  <a:lnTo>
                    <a:pt x="12206" y="10953"/>
                  </a:lnTo>
                  <a:lnTo>
                    <a:pt x="12281" y="10852"/>
                  </a:lnTo>
                  <a:lnTo>
                    <a:pt x="12281" y="10827"/>
                  </a:lnTo>
                  <a:lnTo>
                    <a:pt x="12357" y="10727"/>
                  </a:lnTo>
                  <a:cubicBezTo>
                    <a:pt x="12758" y="10126"/>
                    <a:pt x="13083" y="9399"/>
                    <a:pt x="13209" y="8597"/>
                  </a:cubicBezTo>
                  <a:cubicBezTo>
                    <a:pt x="13334" y="7795"/>
                    <a:pt x="13209" y="6968"/>
                    <a:pt x="12958" y="6291"/>
                  </a:cubicBezTo>
                  <a:cubicBezTo>
                    <a:pt x="12707" y="5589"/>
                    <a:pt x="12331" y="5013"/>
                    <a:pt x="11930" y="4511"/>
                  </a:cubicBezTo>
                  <a:cubicBezTo>
                    <a:pt x="11529" y="4010"/>
                    <a:pt x="11103" y="3609"/>
                    <a:pt x="10652" y="3258"/>
                  </a:cubicBezTo>
                  <a:cubicBezTo>
                    <a:pt x="9775" y="2532"/>
                    <a:pt x="8873" y="2005"/>
                    <a:pt x="7996" y="1579"/>
                  </a:cubicBezTo>
                  <a:cubicBezTo>
                    <a:pt x="7118" y="1178"/>
                    <a:pt x="6266" y="852"/>
                    <a:pt x="5464" y="627"/>
                  </a:cubicBezTo>
                  <a:cubicBezTo>
                    <a:pt x="3860" y="151"/>
                    <a:pt x="2482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9"/>
            <p:cNvSpPr/>
            <p:nvPr/>
          </p:nvSpPr>
          <p:spPr>
            <a:xfrm>
              <a:off x="720000" y="4226980"/>
              <a:ext cx="323476" cy="95926"/>
            </a:xfrm>
            <a:custGeom>
              <a:avLst/>
              <a:gdLst/>
              <a:ahLst/>
              <a:cxnLst/>
              <a:rect l="l" t="t" r="r" b="b"/>
              <a:pathLst>
                <a:path w="13610" h="4036" extrusionOk="0">
                  <a:moveTo>
                    <a:pt x="777" y="0"/>
                  </a:moveTo>
                  <a:lnTo>
                    <a:pt x="0" y="1930"/>
                  </a:lnTo>
                  <a:cubicBezTo>
                    <a:pt x="1529" y="2531"/>
                    <a:pt x="3509" y="3033"/>
                    <a:pt x="5614" y="3409"/>
                  </a:cubicBezTo>
                  <a:cubicBezTo>
                    <a:pt x="7744" y="3810"/>
                    <a:pt x="9950" y="4035"/>
                    <a:pt x="11855" y="4035"/>
                  </a:cubicBezTo>
                  <a:cubicBezTo>
                    <a:pt x="12481" y="4035"/>
                    <a:pt x="13058" y="4010"/>
                    <a:pt x="13609" y="3960"/>
                  </a:cubicBezTo>
                  <a:lnTo>
                    <a:pt x="13384" y="1880"/>
                  </a:lnTo>
                  <a:cubicBezTo>
                    <a:pt x="12932" y="1930"/>
                    <a:pt x="12406" y="1955"/>
                    <a:pt x="11855" y="1955"/>
                  </a:cubicBezTo>
                  <a:cubicBezTo>
                    <a:pt x="10125" y="1955"/>
                    <a:pt x="7995" y="1729"/>
                    <a:pt x="5990" y="1353"/>
                  </a:cubicBezTo>
                  <a:cubicBezTo>
                    <a:pt x="3985" y="1003"/>
                    <a:pt x="2080" y="501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9"/>
            <p:cNvSpPr/>
            <p:nvPr/>
          </p:nvSpPr>
          <p:spPr>
            <a:xfrm>
              <a:off x="968404" y="4286544"/>
              <a:ext cx="99491" cy="316322"/>
            </a:xfrm>
            <a:custGeom>
              <a:avLst/>
              <a:gdLst/>
              <a:ahLst/>
              <a:cxnLst/>
              <a:rect l="l" t="t" r="r" b="b"/>
              <a:pathLst>
                <a:path w="4186" h="13309" extrusionOk="0">
                  <a:moveTo>
                    <a:pt x="2281" y="0"/>
                  </a:moveTo>
                  <a:cubicBezTo>
                    <a:pt x="777" y="3409"/>
                    <a:pt x="25" y="7544"/>
                    <a:pt x="0" y="11229"/>
                  </a:cubicBezTo>
                  <a:cubicBezTo>
                    <a:pt x="0" y="11930"/>
                    <a:pt x="50" y="12632"/>
                    <a:pt x="101" y="13309"/>
                  </a:cubicBezTo>
                  <a:lnTo>
                    <a:pt x="2181" y="13108"/>
                  </a:lnTo>
                  <a:cubicBezTo>
                    <a:pt x="2131" y="12507"/>
                    <a:pt x="2106" y="11880"/>
                    <a:pt x="2106" y="11229"/>
                  </a:cubicBezTo>
                  <a:cubicBezTo>
                    <a:pt x="2106" y="7845"/>
                    <a:pt x="2832" y="3910"/>
                    <a:pt x="4186" y="853"/>
                  </a:cubicBez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9"/>
            <p:cNvSpPr/>
            <p:nvPr/>
          </p:nvSpPr>
          <p:spPr>
            <a:xfrm>
              <a:off x="980312" y="4254361"/>
              <a:ext cx="128107" cy="98920"/>
            </a:xfrm>
            <a:custGeom>
              <a:avLst/>
              <a:gdLst/>
              <a:ahLst/>
              <a:cxnLst/>
              <a:rect l="l" t="t" r="r" b="b"/>
              <a:pathLst>
                <a:path w="5390" h="4162" extrusionOk="0">
                  <a:moveTo>
                    <a:pt x="2707" y="1"/>
                  </a:moveTo>
                  <a:cubicBezTo>
                    <a:pt x="1" y="1"/>
                    <a:pt x="1" y="4161"/>
                    <a:pt x="2707" y="4161"/>
                  </a:cubicBezTo>
                  <a:cubicBezTo>
                    <a:pt x="5389" y="4161"/>
                    <a:pt x="5389" y="1"/>
                    <a:pt x="27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9" name="Google Shape;909;p29"/>
          <p:cNvGrpSpPr/>
          <p:nvPr/>
        </p:nvGrpSpPr>
        <p:grpSpPr>
          <a:xfrm rot="-725642">
            <a:off x="344028" y="4262208"/>
            <a:ext cx="1004947" cy="678762"/>
            <a:chOff x="3709915" y="318648"/>
            <a:chExt cx="904827" cy="611139"/>
          </a:xfrm>
        </p:grpSpPr>
        <p:grpSp>
          <p:nvGrpSpPr>
            <p:cNvPr id="910" name="Google Shape;910;p29"/>
            <p:cNvGrpSpPr/>
            <p:nvPr/>
          </p:nvGrpSpPr>
          <p:grpSpPr>
            <a:xfrm rot="-5400000" flipH="1">
              <a:off x="3955441" y="270486"/>
              <a:ext cx="611138" cy="707464"/>
              <a:chOff x="1667110" y="1547045"/>
              <a:chExt cx="1047905" cy="1213698"/>
            </a:xfrm>
          </p:grpSpPr>
          <p:grpSp>
            <p:nvGrpSpPr>
              <p:cNvPr id="911" name="Google Shape;911;p29"/>
              <p:cNvGrpSpPr/>
              <p:nvPr/>
            </p:nvGrpSpPr>
            <p:grpSpPr>
              <a:xfrm>
                <a:off x="1667110" y="1547045"/>
                <a:ext cx="1047905" cy="922064"/>
                <a:chOff x="1627300" y="2234250"/>
                <a:chExt cx="500050" cy="440000"/>
              </a:xfrm>
            </p:grpSpPr>
            <p:sp>
              <p:nvSpPr>
                <p:cNvPr id="912" name="Google Shape;912;p29"/>
                <p:cNvSpPr/>
                <p:nvPr/>
              </p:nvSpPr>
              <p:spPr>
                <a:xfrm rot="-4336066">
                  <a:off x="1769541" y="2297078"/>
                  <a:ext cx="189957" cy="290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5" h="11605" extrusionOk="0">
                      <a:moveTo>
                        <a:pt x="2155" y="0"/>
                      </a:moveTo>
                      <a:cubicBezTo>
                        <a:pt x="2406" y="2507"/>
                        <a:pt x="2506" y="5940"/>
                        <a:pt x="0" y="6943"/>
                      </a:cubicBezTo>
                      <a:cubicBezTo>
                        <a:pt x="2757" y="6943"/>
                        <a:pt x="4336" y="9123"/>
                        <a:pt x="5589" y="11604"/>
                      </a:cubicBezTo>
                      <a:cubicBezTo>
                        <a:pt x="5589" y="9123"/>
                        <a:pt x="5338" y="6617"/>
                        <a:pt x="7594" y="5113"/>
                      </a:cubicBezTo>
                      <a:lnTo>
                        <a:pt x="7594" y="5113"/>
                      </a:lnTo>
                      <a:cubicBezTo>
                        <a:pt x="7536" y="5115"/>
                        <a:pt x="7479" y="5116"/>
                        <a:pt x="7423" y="5116"/>
                      </a:cubicBezTo>
                      <a:cubicBezTo>
                        <a:pt x="4895" y="5116"/>
                        <a:pt x="3381" y="2942"/>
                        <a:pt x="21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3" name="Google Shape;913;p29"/>
                <p:cNvSpPr/>
                <p:nvPr/>
              </p:nvSpPr>
              <p:spPr>
                <a:xfrm>
                  <a:off x="2010350" y="2234250"/>
                  <a:ext cx="117000" cy="7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8" extrusionOk="0">
                      <a:moveTo>
                        <a:pt x="2235" y="0"/>
                      </a:moveTo>
                      <a:cubicBezTo>
                        <a:pt x="256" y="0"/>
                        <a:pt x="1" y="3138"/>
                        <a:pt x="2524" y="3138"/>
                      </a:cubicBezTo>
                      <a:cubicBezTo>
                        <a:pt x="4429" y="3138"/>
                        <a:pt x="4680" y="80"/>
                        <a:pt x="2374" y="5"/>
                      </a:cubicBezTo>
                      <a:cubicBezTo>
                        <a:pt x="2327" y="2"/>
                        <a:pt x="2281" y="0"/>
                        <a:pt x="22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4" name="Google Shape;914;p29"/>
                <p:cNvSpPr/>
                <p:nvPr/>
              </p:nvSpPr>
              <p:spPr>
                <a:xfrm>
                  <a:off x="1627300" y="2615200"/>
                  <a:ext cx="87775" cy="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1" h="2362" extrusionOk="0">
                      <a:moveTo>
                        <a:pt x="1689" y="1"/>
                      </a:moveTo>
                      <a:cubicBezTo>
                        <a:pt x="191" y="1"/>
                        <a:pt x="0" y="2337"/>
                        <a:pt x="1907" y="2361"/>
                      </a:cubicBezTo>
                      <a:cubicBezTo>
                        <a:pt x="3335" y="2361"/>
                        <a:pt x="3511" y="55"/>
                        <a:pt x="1806" y="5"/>
                      </a:cubicBezTo>
                      <a:cubicBezTo>
                        <a:pt x="1766" y="2"/>
                        <a:pt x="1727" y="1"/>
                        <a:pt x="16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15" name="Google Shape;915;p29"/>
              <p:cNvSpPr/>
              <p:nvPr/>
            </p:nvSpPr>
            <p:spPr>
              <a:xfrm rot="-5567032">
                <a:off x="2009203" y="2471373"/>
                <a:ext cx="327224" cy="240224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16" name="Google Shape;916;p29"/>
            <p:cNvSpPr/>
            <p:nvPr/>
          </p:nvSpPr>
          <p:spPr>
            <a:xfrm rot="167132" flipH="1">
              <a:off x="3713209" y="323201"/>
              <a:ext cx="190766" cy="140085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7" name="Google Shape;917;p29"/>
          <p:cNvGrpSpPr/>
          <p:nvPr/>
        </p:nvGrpSpPr>
        <p:grpSpPr>
          <a:xfrm rot="725642" flipH="1">
            <a:off x="7906878" y="288233"/>
            <a:ext cx="1004947" cy="678762"/>
            <a:chOff x="3709915" y="318648"/>
            <a:chExt cx="904827" cy="611139"/>
          </a:xfrm>
        </p:grpSpPr>
        <p:grpSp>
          <p:nvGrpSpPr>
            <p:cNvPr id="918" name="Google Shape;918;p29"/>
            <p:cNvGrpSpPr/>
            <p:nvPr/>
          </p:nvGrpSpPr>
          <p:grpSpPr>
            <a:xfrm rot="-5400000" flipH="1">
              <a:off x="3955441" y="270486"/>
              <a:ext cx="611138" cy="707464"/>
              <a:chOff x="1667110" y="1547045"/>
              <a:chExt cx="1047905" cy="1213698"/>
            </a:xfrm>
          </p:grpSpPr>
          <p:grpSp>
            <p:nvGrpSpPr>
              <p:cNvPr id="919" name="Google Shape;919;p29"/>
              <p:cNvGrpSpPr/>
              <p:nvPr/>
            </p:nvGrpSpPr>
            <p:grpSpPr>
              <a:xfrm>
                <a:off x="1667110" y="1547045"/>
                <a:ext cx="1047905" cy="922064"/>
                <a:chOff x="1627300" y="2234250"/>
                <a:chExt cx="500050" cy="440000"/>
              </a:xfrm>
            </p:grpSpPr>
            <p:sp>
              <p:nvSpPr>
                <p:cNvPr id="920" name="Google Shape;920;p29"/>
                <p:cNvSpPr/>
                <p:nvPr/>
              </p:nvSpPr>
              <p:spPr>
                <a:xfrm rot="-4336066">
                  <a:off x="1769541" y="2297078"/>
                  <a:ext cx="189957" cy="290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5" h="11605" extrusionOk="0">
                      <a:moveTo>
                        <a:pt x="2155" y="0"/>
                      </a:moveTo>
                      <a:cubicBezTo>
                        <a:pt x="2406" y="2507"/>
                        <a:pt x="2506" y="5940"/>
                        <a:pt x="0" y="6943"/>
                      </a:cubicBezTo>
                      <a:cubicBezTo>
                        <a:pt x="2757" y="6943"/>
                        <a:pt x="4336" y="9123"/>
                        <a:pt x="5589" y="11604"/>
                      </a:cubicBezTo>
                      <a:cubicBezTo>
                        <a:pt x="5589" y="9123"/>
                        <a:pt x="5338" y="6617"/>
                        <a:pt x="7594" y="5113"/>
                      </a:cubicBezTo>
                      <a:lnTo>
                        <a:pt x="7594" y="5113"/>
                      </a:lnTo>
                      <a:cubicBezTo>
                        <a:pt x="7536" y="5115"/>
                        <a:pt x="7479" y="5116"/>
                        <a:pt x="7423" y="5116"/>
                      </a:cubicBezTo>
                      <a:cubicBezTo>
                        <a:pt x="4895" y="5116"/>
                        <a:pt x="3381" y="2942"/>
                        <a:pt x="21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1" name="Google Shape;921;p29"/>
                <p:cNvSpPr/>
                <p:nvPr/>
              </p:nvSpPr>
              <p:spPr>
                <a:xfrm>
                  <a:off x="2010350" y="2234250"/>
                  <a:ext cx="117000" cy="7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8" extrusionOk="0">
                      <a:moveTo>
                        <a:pt x="2235" y="0"/>
                      </a:moveTo>
                      <a:cubicBezTo>
                        <a:pt x="256" y="0"/>
                        <a:pt x="1" y="3138"/>
                        <a:pt x="2524" y="3138"/>
                      </a:cubicBezTo>
                      <a:cubicBezTo>
                        <a:pt x="4429" y="3138"/>
                        <a:pt x="4680" y="80"/>
                        <a:pt x="2374" y="5"/>
                      </a:cubicBezTo>
                      <a:cubicBezTo>
                        <a:pt x="2327" y="2"/>
                        <a:pt x="2281" y="0"/>
                        <a:pt x="22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2" name="Google Shape;922;p29"/>
                <p:cNvSpPr/>
                <p:nvPr/>
              </p:nvSpPr>
              <p:spPr>
                <a:xfrm>
                  <a:off x="1627300" y="2615200"/>
                  <a:ext cx="87775" cy="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1" h="2362" extrusionOk="0">
                      <a:moveTo>
                        <a:pt x="1689" y="1"/>
                      </a:moveTo>
                      <a:cubicBezTo>
                        <a:pt x="191" y="1"/>
                        <a:pt x="0" y="2337"/>
                        <a:pt x="1907" y="2361"/>
                      </a:cubicBezTo>
                      <a:cubicBezTo>
                        <a:pt x="3335" y="2361"/>
                        <a:pt x="3511" y="55"/>
                        <a:pt x="1806" y="5"/>
                      </a:cubicBezTo>
                      <a:cubicBezTo>
                        <a:pt x="1766" y="2"/>
                        <a:pt x="1727" y="1"/>
                        <a:pt x="16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23" name="Google Shape;923;p29"/>
              <p:cNvSpPr/>
              <p:nvPr/>
            </p:nvSpPr>
            <p:spPr>
              <a:xfrm rot="-5567032">
                <a:off x="2009203" y="2471373"/>
                <a:ext cx="327224" cy="240224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4" name="Google Shape;924;p29"/>
            <p:cNvSpPr/>
            <p:nvPr/>
          </p:nvSpPr>
          <p:spPr>
            <a:xfrm rot="167132" flipH="1">
              <a:off x="3713209" y="323201"/>
              <a:ext cx="190766" cy="140085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1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 b="1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  <a:def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8" r:id="rId3"/>
    <p:sldLayoutId id="2147483662" r:id="rId4"/>
    <p:sldLayoutId id="2147483674" r:id="rId5"/>
    <p:sldLayoutId id="2147483675" r:id="rId6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3" name="Google Shape;943;p34"/>
          <p:cNvGrpSpPr/>
          <p:nvPr/>
        </p:nvGrpSpPr>
        <p:grpSpPr>
          <a:xfrm>
            <a:off x="6275129" y="1391342"/>
            <a:ext cx="959162" cy="1038017"/>
            <a:chOff x="6342808" y="1372951"/>
            <a:chExt cx="1029585" cy="1114230"/>
          </a:xfrm>
        </p:grpSpPr>
        <p:grpSp>
          <p:nvGrpSpPr>
            <p:cNvPr id="944" name="Google Shape;944;p34"/>
            <p:cNvGrpSpPr/>
            <p:nvPr/>
          </p:nvGrpSpPr>
          <p:grpSpPr>
            <a:xfrm flipH="1">
              <a:off x="6342808" y="1650082"/>
              <a:ext cx="1029585" cy="837100"/>
              <a:chOff x="1627300" y="2234250"/>
              <a:chExt cx="541175" cy="440000"/>
            </a:xfrm>
          </p:grpSpPr>
          <p:sp>
            <p:nvSpPr>
              <p:cNvPr id="945" name="Google Shape;945;p34"/>
              <p:cNvSpPr/>
              <p:nvPr/>
            </p:nvSpPr>
            <p:spPr>
              <a:xfrm>
                <a:off x="1769575" y="2297025"/>
                <a:ext cx="189875" cy="290125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4"/>
              <p:cNvSpPr/>
              <p:nvPr/>
            </p:nvSpPr>
            <p:spPr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4"/>
              <p:cNvSpPr/>
              <p:nvPr/>
            </p:nvSpPr>
            <p:spPr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4"/>
              <p:cNvSpPr/>
              <p:nvPr/>
            </p:nvSpPr>
            <p:spPr>
              <a:xfrm>
                <a:off x="2101125" y="2584550"/>
                <a:ext cx="67350" cy="4520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08" extrusionOk="0">
                    <a:moveTo>
                      <a:pt x="1304" y="1"/>
                    </a:moveTo>
                    <a:cubicBezTo>
                      <a:pt x="140" y="1"/>
                      <a:pt x="0" y="1808"/>
                      <a:pt x="1450" y="1808"/>
                    </a:cubicBezTo>
                    <a:cubicBezTo>
                      <a:pt x="1458" y="1808"/>
                      <a:pt x="1465" y="1808"/>
                      <a:pt x="1473" y="1808"/>
                    </a:cubicBezTo>
                    <a:cubicBezTo>
                      <a:pt x="2555" y="1808"/>
                      <a:pt x="2694" y="53"/>
                      <a:pt x="1375" y="3"/>
                    </a:cubicBezTo>
                    <a:cubicBezTo>
                      <a:pt x="1351" y="2"/>
                      <a:pt x="1327" y="1"/>
                      <a:pt x="13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9" name="Google Shape;949;p34"/>
            <p:cNvSpPr/>
            <p:nvPr/>
          </p:nvSpPr>
          <p:spPr>
            <a:xfrm>
              <a:off x="6616380" y="1372951"/>
              <a:ext cx="376993" cy="277004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" name="Google Shape;950;p34"/>
          <p:cNvGrpSpPr/>
          <p:nvPr/>
        </p:nvGrpSpPr>
        <p:grpSpPr>
          <a:xfrm>
            <a:off x="1909724" y="1354608"/>
            <a:ext cx="1056515" cy="1074750"/>
            <a:chOff x="1667110" y="1547045"/>
            <a:chExt cx="1134086" cy="1153660"/>
          </a:xfrm>
        </p:grpSpPr>
        <p:grpSp>
          <p:nvGrpSpPr>
            <p:cNvPr id="951" name="Google Shape;951;p34"/>
            <p:cNvGrpSpPr/>
            <p:nvPr/>
          </p:nvGrpSpPr>
          <p:grpSpPr>
            <a:xfrm>
              <a:off x="1667110" y="1547045"/>
              <a:ext cx="1134086" cy="922064"/>
              <a:chOff x="1627300" y="2234250"/>
              <a:chExt cx="541175" cy="440000"/>
            </a:xfrm>
          </p:grpSpPr>
          <p:sp>
            <p:nvSpPr>
              <p:cNvPr id="952" name="Google Shape;952;p34"/>
              <p:cNvSpPr/>
              <p:nvPr/>
            </p:nvSpPr>
            <p:spPr>
              <a:xfrm>
                <a:off x="1769575" y="2297025"/>
                <a:ext cx="189875" cy="290125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4"/>
              <p:cNvSpPr/>
              <p:nvPr/>
            </p:nvSpPr>
            <p:spPr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4"/>
              <p:cNvSpPr/>
              <p:nvPr/>
            </p:nvSpPr>
            <p:spPr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4"/>
              <p:cNvSpPr/>
              <p:nvPr/>
            </p:nvSpPr>
            <p:spPr>
              <a:xfrm>
                <a:off x="2101125" y="2584550"/>
                <a:ext cx="67350" cy="4520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08" extrusionOk="0">
                    <a:moveTo>
                      <a:pt x="1304" y="1"/>
                    </a:moveTo>
                    <a:cubicBezTo>
                      <a:pt x="140" y="1"/>
                      <a:pt x="0" y="1808"/>
                      <a:pt x="1450" y="1808"/>
                    </a:cubicBezTo>
                    <a:cubicBezTo>
                      <a:pt x="1458" y="1808"/>
                      <a:pt x="1465" y="1808"/>
                      <a:pt x="1473" y="1808"/>
                    </a:cubicBezTo>
                    <a:cubicBezTo>
                      <a:pt x="2555" y="1808"/>
                      <a:pt x="2694" y="53"/>
                      <a:pt x="1375" y="3"/>
                    </a:cubicBezTo>
                    <a:cubicBezTo>
                      <a:pt x="1351" y="2"/>
                      <a:pt x="1327" y="1"/>
                      <a:pt x="13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6" name="Google Shape;956;p34"/>
            <p:cNvSpPr/>
            <p:nvPr/>
          </p:nvSpPr>
          <p:spPr>
            <a:xfrm>
              <a:off x="2018423" y="2469101"/>
              <a:ext cx="315207" cy="231605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34"/>
          <p:cNvGrpSpPr/>
          <p:nvPr/>
        </p:nvGrpSpPr>
        <p:grpSpPr>
          <a:xfrm>
            <a:off x="3459300" y="272189"/>
            <a:ext cx="2225399" cy="649616"/>
            <a:chOff x="3459300" y="300775"/>
            <a:chExt cx="2225399" cy="649616"/>
          </a:xfrm>
        </p:grpSpPr>
        <p:sp>
          <p:nvSpPr>
            <p:cNvPr id="958" name="Google Shape;958;p34"/>
            <p:cNvSpPr/>
            <p:nvPr/>
          </p:nvSpPr>
          <p:spPr>
            <a:xfrm>
              <a:off x="3542700" y="300775"/>
              <a:ext cx="2029201" cy="649616"/>
            </a:xfrm>
            <a:custGeom>
              <a:avLst/>
              <a:gdLst/>
              <a:ahLst/>
              <a:cxnLst/>
              <a:rect l="l" t="t" r="r" b="b"/>
              <a:pathLst>
                <a:path w="43285" h="13857" extrusionOk="0">
                  <a:moveTo>
                    <a:pt x="13184" y="2854"/>
                  </a:moveTo>
                  <a:cubicBezTo>
                    <a:pt x="13435" y="3255"/>
                    <a:pt x="13560" y="3682"/>
                    <a:pt x="13610" y="4057"/>
                  </a:cubicBezTo>
                  <a:cubicBezTo>
                    <a:pt x="13786" y="5411"/>
                    <a:pt x="13009" y="6940"/>
                    <a:pt x="11831" y="7616"/>
                  </a:cubicBezTo>
                  <a:cubicBezTo>
                    <a:pt x="11590" y="7758"/>
                    <a:pt x="11214" y="7923"/>
                    <a:pt x="10774" y="7923"/>
                  </a:cubicBezTo>
                  <a:cubicBezTo>
                    <a:pt x="10434" y="7923"/>
                    <a:pt x="10057" y="7825"/>
                    <a:pt x="9675" y="7541"/>
                  </a:cubicBezTo>
                  <a:cubicBezTo>
                    <a:pt x="8422" y="6564"/>
                    <a:pt x="9124" y="5336"/>
                    <a:pt x="9475" y="4859"/>
                  </a:cubicBezTo>
                  <a:cubicBezTo>
                    <a:pt x="10176" y="3882"/>
                    <a:pt x="11605" y="3005"/>
                    <a:pt x="13184" y="2854"/>
                  </a:cubicBezTo>
                  <a:close/>
                  <a:moveTo>
                    <a:pt x="20928" y="8143"/>
                  </a:moveTo>
                  <a:cubicBezTo>
                    <a:pt x="21480" y="9095"/>
                    <a:pt x="21831" y="10022"/>
                    <a:pt x="21856" y="10824"/>
                  </a:cubicBezTo>
                  <a:cubicBezTo>
                    <a:pt x="21881" y="11576"/>
                    <a:pt x="21655" y="12203"/>
                    <a:pt x="21129" y="12629"/>
                  </a:cubicBezTo>
                  <a:cubicBezTo>
                    <a:pt x="20779" y="12925"/>
                    <a:pt x="20449" y="13031"/>
                    <a:pt x="20155" y="13031"/>
                  </a:cubicBezTo>
                  <a:cubicBezTo>
                    <a:pt x="19627" y="13031"/>
                    <a:pt x="19217" y="12688"/>
                    <a:pt x="19024" y="12479"/>
                  </a:cubicBezTo>
                  <a:cubicBezTo>
                    <a:pt x="18272" y="11651"/>
                    <a:pt x="17996" y="10173"/>
                    <a:pt x="18923" y="9220"/>
                  </a:cubicBezTo>
                  <a:cubicBezTo>
                    <a:pt x="19450" y="8669"/>
                    <a:pt x="20126" y="8318"/>
                    <a:pt x="20928" y="8143"/>
                  </a:cubicBezTo>
                  <a:close/>
                  <a:moveTo>
                    <a:pt x="8675" y="0"/>
                  </a:moveTo>
                  <a:cubicBezTo>
                    <a:pt x="2993" y="0"/>
                    <a:pt x="23" y="7073"/>
                    <a:pt x="1" y="7140"/>
                  </a:cubicBezTo>
                  <a:lnTo>
                    <a:pt x="778" y="7466"/>
                  </a:lnTo>
                  <a:cubicBezTo>
                    <a:pt x="800" y="7398"/>
                    <a:pt x="3542" y="838"/>
                    <a:pt x="8692" y="838"/>
                  </a:cubicBezTo>
                  <a:cubicBezTo>
                    <a:pt x="9266" y="838"/>
                    <a:pt x="9869" y="919"/>
                    <a:pt x="10502" y="1100"/>
                  </a:cubicBezTo>
                  <a:cubicBezTo>
                    <a:pt x="11405" y="1376"/>
                    <a:pt x="12056" y="1727"/>
                    <a:pt x="12532" y="2103"/>
                  </a:cubicBezTo>
                  <a:cubicBezTo>
                    <a:pt x="10928" y="2428"/>
                    <a:pt x="9550" y="3356"/>
                    <a:pt x="8798" y="4358"/>
                  </a:cubicBezTo>
                  <a:cubicBezTo>
                    <a:pt x="7770" y="5762"/>
                    <a:pt x="7921" y="7240"/>
                    <a:pt x="9174" y="8193"/>
                  </a:cubicBezTo>
                  <a:cubicBezTo>
                    <a:pt x="9660" y="8571"/>
                    <a:pt x="10211" y="8760"/>
                    <a:pt x="10781" y="8760"/>
                  </a:cubicBezTo>
                  <a:cubicBezTo>
                    <a:pt x="11269" y="8760"/>
                    <a:pt x="11771" y="8621"/>
                    <a:pt x="12257" y="8343"/>
                  </a:cubicBezTo>
                  <a:cubicBezTo>
                    <a:pt x="13710" y="7516"/>
                    <a:pt x="14638" y="5611"/>
                    <a:pt x="14437" y="3957"/>
                  </a:cubicBezTo>
                  <a:cubicBezTo>
                    <a:pt x="14412" y="3631"/>
                    <a:pt x="14312" y="3255"/>
                    <a:pt x="14111" y="2829"/>
                  </a:cubicBezTo>
                  <a:lnTo>
                    <a:pt x="14111" y="2829"/>
                  </a:lnTo>
                  <a:cubicBezTo>
                    <a:pt x="14963" y="2905"/>
                    <a:pt x="15816" y="3180"/>
                    <a:pt x="16643" y="3757"/>
                  </a:cubicBezTo>
                  <a:cubicBezTo>
                    <a:pt x="18197" y="4859"/>
                    <a:pt x="19525" y="6138"/>
                    <a:pt x="20427" y="7416"/>
                  </a:cubicBezTo>
                  <a:cubicBezTo>
                    <a:pt x="19600" y="7641"/>
                    <a:pt x="18898" y="8042"/>
                    <a:pt x="18322" y="8644"/>
                  </a:cubicBezTo>
                  <a:cubicBezTo>
                    <a:pt x="17069" y="9947"/>
                    <a:pt x="17395" y="11952"/>
                    <a:pt x="18422" y="13030"/>
                  </a:cubicBezTo>
                  <a:cubicBezTo>
                    <a:pt x="18923" y="13581"/>
                    <a:pt x="19525" y="13857"/>
                    <a:pt x="20151" y="13857"/>
                  </a:cubicBezTo>
                  <a:cubicBezTo>
                    <a:pt x="20678" y="13857"/>
                    <a:pt x="21204" y="13656"/>
                    <a:pt x="21680" y="13255"/>
                  </a:cubicBezTo>
                  <a:cubicBezTo>
                    <a:pt x="22382" y="12654"/>
                    <a:pt x="22733" y="11802"/>
                    <a:pt x="22683" y="10799"/>
                  </a:cubicBezTo>
                  <a:cubicBezTo>
                    <a:pt x="22658" y="9947"/>
                    <a:pt x="22357" y="8995"/>
                    <a:pt x="21831" y="8042"/>
                  </a:cubicBezTo>
                  <a:cubicBezTo>
                    <a:pt x="21920" y="8039"/>
                    <a:pt x="22009" y="8037"/>
                    <a:pt x="22100" y="8037"/>
                  </a:cubicBezTo>
                  <a:cubicBezTo>
                    <a:pt x="23826" y="8037"/>
                    <a:pt x="25873" y="8717"/>
                    <a:pt x="27921" y="10098"/>
                  </a:cubicBezTo>
                  <a:cubicBezTo>
                    <a:pt x="29784" y="11322"/>
                    <a:pt x="32602" y="12019"/>
                    <a:pt x="35290" y="12019"/>
                  </a:cubicBezTo>
                  <a:cubicBezTo>
                    <a:pt x="36398" y="12019"/>
                    <a:pt x="37485" y="11900"/>
                    <a:pt x="38472" y="11651"/>
                  </a:cubicBezTo>
                  <a:cubicBezTo>
                    <a:pt x="40728" y="11100"/>
                    <a:pt x="42407" y="9922"/>
                    <a:pt x="43284" y="8268"/>
                  </a:cubicBezTo>
                  <a:lnTo>
                    <a:pt x="42558" y="7867"/>
                  </a:lnTo>
                  <a:cubicBezTo>
                    <a:pt x="41580" y="9697"/>
                    <a:pt x="39675" y="10499"/>
                    <a:pt x="38272" y="10849"/>
                  </a:cubicBezTo>
                  <a:cubicBezTo>
                    <a:pt x="37338" y="11085"/>
                    <a:pt x="36310" y="11197"/>
                    <a:pt x="35264" y="11197"/>
                  </a:cubicBezTo>
                  <a:cubicBezTo>
                    <a:pt x="32745" y="11197"/>
                    <a:pt x="30115" y="10547"/>
                    <a:pt x="28397" y="9396"/>
                  </a:cubicBezTo>
                  <a:cubicBezTo>
                    <a:pt x="26210" y="7938"/>
                    <a:pt x="23984" y="7200"/>
                    <a:pt x="22080" y="7200"/>
                  </a:cubicBezTo>
                  <a:cubicBezTo>
                    <a:pt x="21824" y="7200"/>
                    <a:pt x="21573" y="7214"/>
                    <a:pt x="21329" y="7240"/>
                  </a:cubicBezTo>
                  <a:cubicBezTo>
                    <a:pt x="20352" y="5787"/>
                    <a:pt x="18898" y="4333"/>
                    <a:pt x="17119" y="3055"/>
                  </a:cubicBezTo>
                  <a:cubicBezTo>
                    <a:pt x="16010" y="2283"/>
                    <a:pt x="14831" y="1976"/>
                    <a:pt x="13717" y="1976"/>
                  </a:cubicBezTo>
                  <a:cubicBezTo>
                    <a:pt x="13673" y="1976"/>
                    <a:pt x="13629" y="1976"/>
                    <a:pt x="13585" y="1977"/>
                  </a:cubicBezTo>
                  <a:cubicBezTo>
                    <a:pt x="13034" y="1326"/>
                    <a:pt x="12131" y="699"/>
                    <a:pt x="10728" y="298"/>
                  </a:cubicBezTo>
                  <a:cubicBezTo>
                    <a:pt x="10008" y="92"/>
                    <a:pt x="9324" y="0"/>
                    <a:pt x="8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3459300" y="5708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5486069" y="5708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284" y="4261"/>
                    <a:pt x="4236" y="3309"/>
                    <a:pt x="4236" y="2131"/>
                  </a:cubicBezTo>
                  <a:cubicBezTo>
                    <a:pt x="4236" y="953"/>
                    <a:pt x="3284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1" name="Google Shape;961;p34"/>
          <p:cNvGrpSpPr/>
          <p:nvPr/>
        </p:nvGrpSpPr>
        <p:grpSpPr>
          <a:xfrm>
            <a:off x="3542700" y="4169048"/>
            <a:ext cx="2225399" cy="649616"/>
            <a:chOff x="3542700" y="4123475"/>
            <a:chExt cx="2225399" cy="649616"/>
          </a:xfrm>
        </p:grpSpPr>
        <p:sp>
          <p:nvSpPr>
            <p:cNvPr id="962" name="Google Shape;962;p34"/>
            <p:cNvSpPr/>
            <p:nvPr/>
          </p:nvSpPr>
          <p:spPr>
            <a:xfrm flipH="1">
              <a:off x="3655499" y="4123475"/>
              <a:ext cx="2029201" cy="649616"/>
            </a:xfrm>
            <a:custGeom>
              <a:avLst/>
              <a:gdLst/>
              <a:ahLst/>
              <a:cxnLst/>
              <a:rect l="l" t="t" r="r" b="b"/>
              <a:pathLst>
                <a:path w="43285" h="13857" extrusionOk="0">
                  <a:moveTo>
                    <a:pt x="13184" y="2854"/>
                  </a:moveTo>
                  <a:cubicBezTo>
                    <a:pt x="13435" y="3255"/>
                    <a:pt x="13560" y="3682"/>
                    <a:pt x="13610" y="4057"/>
                  </a:cubicBezTo>
                  <a:cubicBezTo>
                    <a:pt x="13786" y="5411"/>
                    <a:pt x="13009" y="6940"/>
                    <a:pt x="11831" y="7616"/>
                  </a:cubicBezTo>
                  <a:cubicBezTo>
                    <a:pt x="11590" y="7758"/>
                    <a:pt x="11214" y="7923"/>
                    <a:pt x="10774" y="7923"/>
                  </a:cubicBezTo>
                  <a:cubicBezTo>
                    <a:pt x="10434" y="7923"/>
                    <a:pt x="10057" y="7825"/>
                    <a:pt x="9675" y="7541"/>
                  </a:cubicBezTo>
                  <a:cubicBezTo>
                    <a:pt x="8422" y="6564"/>
                    <a:pt x="9124" y="5336"/>
                    <a:pt x="9475" y="4859"/>
                  </a:cubicBezTo>
                  <a:cubicBezTo>
                    <a:pt x="10176" y="3882"/>
                    <a:pt x="11605" y="3005"/>
                    <a:pt x="13184" y="2854"/>
                  </a:cubicBezTo>
                  <a:close/>
                  <a:moveTo>
                    <a:pt x="20928" y="8143"/>
                  </a:moveTo>
                  <a:cubicBezTo>
                    <a:pt x="21480" y="9095"/>
                    <a:pt x="21831" y="10022"/>
                    <a:pt x="21856" y="10824"/>
                  </a:cubicBezTo>
                  <a:cubicBezTo>
                    <a:pt x="21881" y="11576"/>
                    <a:pt x="21655" y="12203"/>
                    <a:pt x="21129" y="12629"/>
                  </a:cubicBezTo>
                  <a:cubicBezTo>
                    <a:pt x="20779" y="12925"/>
                    <a:pt x="20449" y="13031"/>
                    <a:pt x="20155" y="13031"/>
                  </a:cubicBezTo>
                  <a:cubicBezTo>
                    <a:pt x="19627" y="13031"/>
                    <a:pt x="19217" y="12688"/>
                    <a:pt x="19024" y="12479"/>
                  </a:cubicBezTo>
                  <a:cubicBezTo>
                    <a:pt x="18272" y="11651"/>
                    <a:pt x="17996" y="10173"/>
                    <a:pt x="18923" y="9220"/>
                  </a:cubicBezTo>
                  <a:cubicBezTo>
                    <a:pt x="19450" y="8669"/>
                    <a:pt x="20126" y="8318"/>
                    <a:pt x="20928" y="8143"/>
                  </a:cubicBezTo>
                  <a:close/>
                  <a:moveTo>
                    <a:pt x="8675" y="0"/>
                  </a:moveTo>
                  <a:cubicBezTo>
                    <a:pt x="2993" y="0"/>
                    <a:pt x="23" y="7073"/>
                    <a:pt x="1" y="7140"/>
                  </a:cubicBezTo>
                  <a:lnTo>
                    <a:pt x="778" y="7466"/>
                  </a:lnTo>
                  <a:cubicBezTo>
                    <a:pt x="800" y="7398"/>
                    <a:pt x="3542" y="838"/>
                    <a:pt x="8692" y="838"/>
                  </a:cubicBezTo>
                  <a:cubicBezTo>
                    <a:pt x="9266" y="838"/>
                    <a:pt x="9869" y="919"/>
                    <a:pt x="10502" y="1100"/>
                  </a:cubicBezTo>
                  <a:cubicBezTo>
                    <a:pt x="11405" y="1376"/>
                    <a:pt x="12056" y="1727"/>
                    <a:pt x="12532" y="2103"/>
                  </a:cubicBezTo>
                  <a:cubicBezTo>
                    <a:pt x="10928" y="2428"/>
                    <a:pt x="9550" y="3356"/>
                    <a:pt x="8798" y="4358"/>
                  </a:cubicBezTo>
                  <a:cubicBezTo>
                    <a:pt x="7770" y="5762"/>
                    <a:pt x="7921" y="7240"/>
                    <a:pt x="9174" y="8193"/>
                  </a:cubicBezTo>
                  <a:cubicBezTo>
                    <a:pt x="9660" y="8571"/>
                    <a:pt x="10211" y="8760"/>
                    <a:pt x="10781" y="8760"/>
                  </a:cubicBezTo>
                  <a:cubicBezTo>
                    <a:pt x="11269" y="8760"/>
                    <a:pt x="11771" y="8621"/>
                    <a:pt x="12257" y="8343"/>
                  </a:cubicBezTo>
                  <a:cubicBezTo>
                    <a:pt x="13710" y="7516"/>
                    <a:pt x="14638" y="5611"/>
                    <a:pt x="14437" y="3957"/>
                  </a:cubicBezTo>
                  <a:cubicBezTo>
                    <a:pt x="14412" y="3631"/>
                    <a:pt x="14312" y="3255"/>
                    <a:pt x="14111" y="2829"/>
                  </a:cubicBezTo>
                  <a:lnTo>
                    <a:pt x="14111" y="2829"/>
                  </a:lnTo>
                  <a:cubicBezTo>
                    <a:pt x="14963" y="2905"/>
                    <a:pt x="15816" y="3180"/>
                    <a:pt x="16643" y="3757"/>
                  </a:cubicBezTo>
                  <a:cubicBezTo>
                    <a:pt x="18197" y="4859"/>
                    <a:pt x="19525" y="6138"/>
                    <a:pt x="20427" y="7416"/>
                  </a:cubicBezTo>
                  <a:cubicBezTo>
                    <a:pt x="19600" y="7641"/>
                    <a:pt x="18898" y="8042"/>
                    <a:pt x="18322" y="8644"/>
                  </a:cubicBezTo>
                  <a:cubicBezTo>
                    <a:pt x="17069" y="9947"/>
                    <a:pt x="17395" y="11952"/>
                    <a:pt x="18422" y="13030"/>
                  </a:cubicBezTo>
                  <a:cubicBezTo>
                    <a:pt x="18923" y="13581"/>
                    <a:pt x="19525" y="13857"/>
                    <a:pt x="20151" y="13857"/>
                  </a:cubicBezTo>
                  <a:cubicBezTo>
                    <a:pt x="20678" y="13857"/>
                    <a:pt x="21204" y="13656"/>
                    <a:pt x="21680" y="13255"/>
                  </a:cubicBezTo>
                  <a:cubicBezTo>
                    <a:pt x="22382" y="12654"/>
                    <a:pt x="22733" y="11802"/>
                    <a:pt x="22683" y="10799"/>
                  </a:cubicBezTo>
                  <a:cubicBezTo>
                    <a:pt x="22658" y="9947"/>
                    <a:pt x="22357" y="8995"/>
                    <a:pt x="21831" y="8042"/>
                  </a:cubicBezTo>
                  <a:cubicBezTo>
                    <a:pt x="21920" y="8039"/>
                    <a:pt x="22009" y="8037"/>
                    <a:pt x="22100" y="8037"/>
                  </a:cubicBezTo>
                  <a:cubicBezTo>
                    <a:pt x="23826" y="8037"/>
                    <a:pt x="25873" y="8717"/>
                    <a:pt x="27921" y="10098"/>
                  </a:cubicBezTo>
                  <a:cubicBezTo>
                    <a:pt x="29784" y="11322"/>
                    <a:pt x="32602" y="12019"/>
                    <a:pt x="35290" y="12019"/>
                  </a:cubicBezTo>
                  <a:cubicBezTo>
                    <a:pt x="36398" y="12019"/>
                    <a:pt x="37485" y="11900"/>
                    <a:pt x="38472" y="11651"/>
                  </a:cubicBezTo>
                  <a:cubicBezTo>
                    <a:pt x="40728" y="11100"/>
                    <a:pt x="42407" y="9922"/>
                    <a:pt x="43284" y="8268"/>
                  </a:cubicBezTo>
                  <a:lnTo>
                    <a:pt x="42558" y="7867"/>
                  </a:lnTo>
                  <a:cubicBezTo>
                    <a:pt x="41580" y="9697"/>
                    <a:pt x="39675" y="10499"/>
                    <a:pt x="38272" y="10849"/>
                  </a:cubicBezTo>
                  <a:cubicBezTo>
                    <a:pt x="37338" y="11085"/>
                    <a:pt x="36310" y="11197"/>
                    <a:pt x="35264" y="11197"/>
                  </a:cubicBezTo>
                  <a:cubicBezTo>
                    <a:pt x="32745" y="11197"/>
                    <a:pt x="30115" y="10547"/>
                    <a:pt x="28397" y="9396"/>
                  </a:cubicBezTo>
                  <a:cubicBezTo>
                    <a:pt x="26210" y="7938"/>
                    <a:pt x="23984" y="7200"/>
                    <a:pt x="22080" y="7200"/>
                  </a:cubicBezTo>
                  <a:cubicBezTo>
                    <a:pt x="21824" y="7200"/>
                    <a:pt x="21573" y="7214"/>
                    <a:pt x="21329" y="7240"/>
                  </a:cubicBezTo>
                  <a:cubicBezTo>
                    <a:pt x="20352" y="5787"/>
                    <a:pt x="18898" y="4333"/>
                    <a:pt x="17119" y="3055"/>
                  </a:cubicBezTo>
                  <a:cubicBezTo>
                    <a:pt x="16010" y="2283"/>
                    <a:pt x="14831" y="1976"/>
                    <a:pt x="13717" y="1976"/>
                  </a:cubicBezTo>
                  <a:cubicBezTo>
                    <a:pt x="13673" y="1976"/>
                    <a:pt x="13629" y="1976"/>
                    <a:pt x="13585" y="1977"/>
                  </a:cubicBezTo>
                  <a:cubicBezTo>
                    <a:pt x="13034" y="1326"/>
                    <a:pt x="12131" y="699"/>
                    <a:pt x="10728" y="298"/>
                  </a:cubicBezTo>
                  <a:cubicBezTo>
                    <a:pt x="10008" y="92"/>
                    <a:pt x="9324" y="0"/>
                    <a:pt x="8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 flipH="1">
              <a:off x="5569469" y="43935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 flipH="1">
              <a:off x="3542700" y="43935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284" y="4261"/>
                    <a:pt x="4236" y="3309"/>
                    <a:pt x="4236" y="2131"/>
                  </a:cubicBezTo>
                  <a:cubicBezTo>
                    <a:pt x="4236" y="953"/>
                    <a:pt x="3284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DBAC0C1-674B-1E84-898D-1FDC9AE17FAA}"/>
              </a:ext>
            </a:extLst>
          </p:cNvPr>
          <p:cNvGrpSpPr/>
          <p:nvPr/>
        </p:nvGrpSpPr>
        <p:grpSpPr>
          <a:xfrm>
            <a:off x="2243973" y="3325188"/>
            <a:ext cx="4637224" cy="1413366"/>
            <a:chOff x="2127626" y="2796372"/>
            <a:chExt cx="4637224" cy="1546123"/>
          </a:xfrm>
        </p:grpSpPr>
        <p:sp>
          <p:nvSpPr>
            <p:cNvPr id="940" name="Google Shape;940;p34"/>
            <p:cNvSpPr/>
            <p:nvPr/>
          </p:nvSpPr>
          <p:spPr>
            <a:xfrm>
              <a:off x="2127626" y="2796372"/>
              <a:ext cx="4637224" cy="1546123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" name="Google Shape;941;p34">
              <a:extLst>
                <a:ext uri="{FF2B5EF4-FFF2-40B4-BE49-F238E27FC236}">
                  <a16:creationId xmlns:a16="http://schemas.microsoft.com/office/drawing/2014/main" id="{1F6E31F4-D6D5-81E6-64B8-E757C98DC89D}"/>
                </a:ext>
              </a:extLst>
            </p:cNvPr>
            <p:cNvSpPr txBox="1">
              <a:spLocks/>
            </p:cNvSpPr>
            <p:nvPr/>
          </p:nvSpPr>
          <p:spPr>
            <a:xfrm>
              <a:off x="3194699" y="3458383"/>
              <a:ext cx="3426022" cy="649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16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 algn="just"/>
              <a:r>
                <a:rPr lang="en-US" dirty="0">
                  <a:solidFill>
                    <a:srgbClr val="000000"/>
                  </a:solidFill>
                </a:rPr>
                <a:t>- Phạm Minh Anh – DH52110568</a:t>
              </a:r>
            </a:p>
            <a:p>
              <a:pPr marL="0" indent="0" algn="just"/>
              <a:r>
                <a:rPr lang="en-US" dirty="0">
                  <a:solidFill>
                    <a:srgbClr val="000000"/>
                  </a:solidFill>
                </a:rPr>
                <a:t>- Nguyễn Ngọc </a:t>
              </a:r>
              <a:r>
                <a:rPr lang="en-US" dirty="0" err="1">
                  <a:solidFill>
                    <a:srgbClr val="000000"/>
                  </a:solidFill>
                </a:rPr>
                <a:t>Ân</a:t>
              </a:r>
              <a:r>
                <a:rPr lang="en-US" dirty="0">
                  <a:solidFill>
                    <a:srgbClr val="000000"/>
                  </a:solidFill>
                </a:rPr>
                <a:t> – DH52110581 </a:t>
              </a:r>
            </a:p>
          </p:txBody>
        </p:sp>
      </p:grpSp>
      <p:grpSp>
        <p:nvGrpSpPr>
          <p:cNvPr id="11" name="Google Shape;1156;p41">
            <a:extLst>
              <a:ext uri="{FF2B5EF4-FFF2-40B4-BE49-F238E27FC236}">
                <a16:creationId xmlns:a16="http://schemas.microsoft.com/office/drawing/2014/main" id="{9A61912B-E199-ADAD-03B5-2820A82CA708}"/>
              </a:ext>
            </a:extLst>
          </p:cNvPr>
          <p:cNvGrpSpPr/>
          <p:nvPr/>
        </p:nvGrpSpPr>
        <p:grpSpPr>
          <a:xfrm>
            <a:off x="167622" y="-200178"/>
            <a:ext cx="602777" cy="1050939"/>
            <a:chOff x="7176100" y="258225"/>
            <a:chExt cx="1291805" cy="2011223"/>
          </a:xfrm>
        </p:grpSpPr>
        <p:sp>
          <p:nvSpPr>
            <p:cNvPr id="12" name="Google Shape;1157;p41">
              <a:extLst>
                <a:ext uri="{FF2B5EF4-FFF2-40B4-BE49-F238E27FC236}">
                  <a16:creationId xmlns:a16="http://schemas.microsoft.com/office/drawing/2014/main" id="{374A3ACA-17EF-46F7-8628-8821AB36EA82}"/>
                </a:ext>
              </a:extLst>
            </p:cNvPr>
            <p:cNvSpPr/>
            <p:nvPr/>
          </p:nvSpPr>
          <p:spPr>
            <a:xfrm>
              <a:off x="7176100" y="258225"/>
              <a:ext cx="451200" cy="555000"/>
            </a:xfrm>
            <a:custGeom>
              <a:avLst/>
              <a:gdLst/>
              <a:ahLst/>
              <a:cxnLst/>
              <a:rect l="l" t="t" r="r" b="b"/>
              <a:pathLst>
                <a:path w="18048" h="22200" extrusionOk="0">
                  <a:moveTo>
                    <a:pt x="8520" y="1563"/>
                  </a:moveTo>
                  <a:cubicBezTo>
                    <a:pt x="14072" y="1563"/>
                    <a:pt x="8179" y="13801"/>
                    <a:pt x="5973" y="19170"/>
                  </a:cubicBezTo>
                  <a:lnTo>
                    <a:pt x="5973" y="19170"/>
                  </a:lnTo>
                  <a:cubicBezTo>
                    <a:pt x="5551" y="16350"/>
                    <a:pt x="5004" y="13551"/>
                    <a:pt x="4814" y="10699"/>
                  </a:cubicBezTo>
                  <a:cubicBezTo>
                    <a:pt x="4639" y="7942"/>
                    <a:pt x="4263" y="1902"/>
                    <a:pt x="8197" y="1576"/>
                  </a:cubicBezTo>
                  <a:cubicBezTo>
                    <a:pt x="8309" y="1567"/>
                    <a:pt x="8417" y="1563"/>
                    <a:pt x="8520" y="1563"/>
                  </a:cubicBezTo>
                  <a:close/>
                  <a:moveTo>
                    <a:pt x="8102" y="1"/>
                  </a:moveTo>
                  <a:cubicBezTo>
                    <a:pt x="1" y="1"/>
                    <a:pt x="4055" y="16395"/>
                    <a:pt x="4639" y="20749"/>
                  </a:cubicBezTo>
                  <a:cubicBezTo>
                    <a:pt x="4686" y="21117"/>
                    <a:pt x="4936" y="21351"/>
                    <a:pt x="5223" y="21444"/>
                  </a:cubicBezTo>
                  <a:lnTo>
                    <a:pt x="5223" y="21444"/>
                  </a:lnTo>
                  <a:cubicBezTo>
                    <a:pt x="5250" y="21906"/>
                    <a:pt x="5683" y="22199"/>
                    <a:pt x="6086" y="22199"/>
                  </a:cubicBezTo>
                  <a:cubicBezTo>
                    <a:pt x="6396" y="22199"/>
                    <a:pt x="6689" y="22027"/>
                    <a:pt x="6769" y="21626"/>
                  </a:cubicBezTo>
                  <a:cubicBezTo>
                    <a:pt x="7621" y="17415"/>
                    <a:pt x="18047" y="1075"/>
                    <a:pt x="8874" y="47"/>
                  </a:cubicBezTo>
                  <a:cubicBezTo>
                    <a:pt x="8605" y="16"/>
                    <a:pt x="8348" y="1"/>
                    <a:pt x="81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58;p41">
              <a:extLst>
                <a:ext uri="{FF2B5EF4-FFF2-40B4-BE49-F238E27FC236}">
                  <a16:creationId xmlns:a16="http://schemas.microsoft.com/office/drawing/2014/main" id="{CC45E6C0-9C8C-1910-465A-AD224C8B4EF8}"/>
                </a:ext>
              </a:extLst>
            </p:cNvPr>
            <p:cNvSpPr/>
            <p:nvPr/>
          </p:nvSpPr>
          <p:spPr>
            <a:xfrm>
              <a:off x="7194929" y="658689"/>
              <a:ext cx="1272976" cy="1610759"/>
            </a:xfrm>
            <a:custGeom>
              <a:avLst/>
              <a:gdLst/>
              <a:ahLst/>
              <a:cxnLst/>
              <a:rect l="l" t="t" r="r" b="b"/>
              <a:pathLst>
                <a:path w="45133" h="57109" extrusionOk="0">
                  <a:moveTo>
                    <a:pt x="11235" y="1"/>
                  </a:moveTo>
                  <a:cubicBezTo>
                    <a:pt x="7515" y="1"/>
                    <a:pt x="4198" y="1195"/>
                    <a:pt x="2532" y="4731"/>
                  </a:cubicBezTo>
                  <a:cubicBezTo>
                    <a:pt x="0" y="20220"/>
                    <a:pt x="2532" y="42175"/>
                    <a:pt x="2532" y="42175"/>
                  </a:cubicBezTo>
                  <a:cubicBezTo>
                    <a:pt x="3700" y="52965"/>
                    <a:pt x="15524" y="57109"/>
                    <a:pt x="26217" y="57109"/>
                  </a:cubicBezTo>
                  <a:cubicBezTo>
                    <a:pt x="36164" y="57109"/>
                    <a:pt x="45132" y="53523"/>
                    <a:pt x="43635" y="48365"/>
                  </a:cubicBezTo>
                  <a:cubicBezTo>
                    <a:pt x="40552" y="37664"/>
                    <a:pt x="30677" y="40771"/>
                    <a:pt x="28722" y="34280"/>
                  </a:cubicBezTo>
                  <a:cubicBezTo>
                    <a:pt x="26742" y="27814"/>
                    <a:pt x="31529" y="6711"/>
                    <a:pt x="27594" y="4731"/>
                  </a:cubicBezTo>
                  <a:cubicBezTo>
                    <a:pt x="25113" y="3482"/>
                    <a:pt x="17587" y="1"/>
                    <a:pt x="11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59;p41">
              <a:extLst>
                <a:ext uri="{FF2B5EF4-FFF2-40B4-BE49-F238E27FC236}">
                  <a16:creationId xmlns:a16="http://schemas.microsoft.com/office/drawing/2014/main" id="{1D4B62CA-17BF-395B-D24A-127C0415CE3D}"/>
                </a:ext>
              </a:extLst>
            </p:cNvPr>
            <p:cNvSpPr/>
            <p:nvPr/>
          </p:nvSpPr>
          <p:spPr>
            <a:xfrm>
              <a:off x="7246735" y="1633799"/>
              <a:ext cx="274322" cy="531608"/>
            </a:xfrm>
            <a:custGeom>
              <a:avLst/>
              <a:gdLst/>
              <a:ahLst/>
              <a:cxnLst/>
              <a:rect l="l" t="t" r="r" b="b"/>
              <a:pathLst>
                <a:path w="9726" h="18848" extrusionOk="0">
                  <a:moveTo>
                    <a:pt x="1" y="1"/>
                  </a:moveTo>
                  <a:cubicBezTo>
                    <a:pt x="302" y="4587"/>
                    <a:pt x="653" y="7645"/>
                    <a:pt x="653" y="7645"/>
                  </a:cubicBezTo>
                  <a:cubicBezTo>
                    <a:pt x="1229" y="12808"/>
                    <a:pt x="4237" y="16442"/>
                    <a:pt x="8372" y="18848"/>
                  </a:cubicBezTo>
                  <a:cubicBezTo>
                    <a:pt x="9725" y="11204"/>
                    <a:pt x="7645" y="255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60;p41">
              <a:extLst>
                <a:ext uri="{FF2B5EF4-FFF2-40B4-BE49-F238E27FC236}">
                  <a16:creationId xmlns:a16="http://schemas.microsoft.com/office/drawing/2014/main" id="{759BFE3A-9534-0EA9-5FD7-305153FAAF3F}"/>
                </a:ext>
              </a:extLst>
            </p:cNvPr>
            <p:cNvSpPr/>
            <p:nvPr/>
          </p:nvSpPr>
          <p:spPr>
            <a:xfrm>
              <a:off x="8052386" y="1841157"/>
              <a:ext cx="407901" cy="418506"/>
            </a:xfrm>
            <a:custGeom>
              <a:avLst/>
              <a:gdLst/>
              <a:ahLst/>
              <a:cxnLst/>
              <a:rect l="l" t="t" r="r" b="b"/>
              <a:pathLst>
                <a:path w="14462" h="14838" extrusionOk="0">
                  <a:moveTo>
                    <a:pt x="9123" y="0"/>
                  </a:moveTo>
                  <a:cubicBezTo>
                    <a:pt x="6717" y="401"/>
                    <a:pt x="4812" y="2481"/>
                    <a:pt x="3660" y="4186"/>
                  </a:cubicBezTo>
                  <a:cubicBezTo>
                    <a:pt x="1529" y="7043"/>
                    <a:pt x="0" y="11103"/>
                    <a:pt x="1103" y="14837"/>
                  </a:cubicBezTo>
                  <a:cubicBezTo>
                    <a:pt x="8672" y="13810"/>
                    <a:pt x="14462" y="10652"/>
                    <a:pt x="13234" y="6441"/>
                  </a:cubicBezTo>
                  <a:cubicBezTo>
                    <a:pt x="12331" y="3283"/>
                    <a:pt x="10828" y="1354"/>
                    <a:pt x="91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61;p41">
              <a:extLst>
                <a:ext uri="{FF2B5EF4-FFF2-40B4-BE49-F238E27FC236}">
                  <a16:creationId xmlns:a16="http://schemas.microsoft.com/office/drawing/2014/main" id="{42CDAB6C-1167-8C9D-1C1B-014D023A20FD}"/>
                </a:ext>
              </a:extLst>
            </p:cNvPr>
            <p:cNvSpPr/>
            <p:nvPr/>
          </p:nvSpPr>
          <p:spPr>
            <a:xfrm>
              <a:off x="7191375" y="649325"/>
              <a:ext cx="920414" cy="537869"/>
            </a:xfrm>
            <a:custGeom>
              <a:avLst/>
              <a:gdLst/>
              <a:ahLst/>
              <a:cxnLst/>
              <a:rect l="l" t="t" r="r" b="b"/>
              <a:pathLst>
                <a:path w="32633" h="19070" extrusionOk="0">
                  <a:moveTo>
                    <a:pt x="11195" y="1"/>
                  </a:moveTo>
                  <a:cubicBezTo>
                    <a:pt x="9945" y="1"/>
                    <a:pt x="8732" y="101"/>
                    <a:pt x="7595" y="326"/>
                  </a:cubicBezTo>
                  <a:cubicBezTo>
                    <a:pt x="7595" y="326"/>
                    <a:pt x="2532" y="1254"/>
                    <a:pt x="1530" y="6191"/>
                  </a:cubicBezTo>
                  <a:cubicBezTo>
                    <a:pt x="552" y="11128"/>
                    <a:pt x="1" y="12807"/>
                    <a:pt x="2958" y="14787"/>
                  </a:cubicBezTo>
                  <a:cubicBezTo>
                    <a:pt x="5353" y="16370"/>
                    <a:pt x="14104" y="19070"/>
                    <a:pt x="21087" y="19070"/>
                  </a:cubicBezTo>
                  <a:cubicBezTo>
                    <a:pt x="22729" y="19070"/>
                    <a:pt x="24274" y="18920"/>
                    <a:pt x="25615" y="18572"/>
                  </a:cubicBezTo>
                  <a:cubicBezTo>
                    <a:pt x="32633" y="16742"/>
                    <a:pt x="30953" y="13935"/>
                    <a:pt x="30953" y="10276"/>
                  </a:cubicBezTo>
                  <a:cubicBezTo>
                    <a:pt x="30953" y="6617"/>
                    <a:pt x="29750" y="5264"/>
                    <a:pt x="25314" y="3233"/>
                  </a:cubicBezTo>
                  <a:cubicBezTo>
                    <a:pt x="21785" y="1609"/>
                    <a:pt x="16201" y="1"/>
                    <a:pt x="111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62;p41">
              <a:extLst>
                <a:ext uri="{FF2B5EF4-FFF2-40B4-BE49-F238E27FC236}">
                  <a16:creationId xmlns:a16="http://schemas.microsoft.com/office/drawing/2014/main" id="{8B16AE89-2EDC-C045-1A9B-F8ACB3EFD327}"/>
                </a:ext>
              </a:extLst>
            </p:cNvPr>
            <p:cNvSpPr/>
            <p:nvPr/>
          </p:nvSpPr>
          <p:spPr>
            <a:xfrm>
              <a:off x="7292461" y="666389"/>
              <a:ext cx="786102" cy="267919"/>
            </a:xfrm>
            <a:custGeom>
              <a:avLst/>
              <a:gdLst/>
              <a:ahLst/>
              <a:cxnLst/>
              <a:rect l="l" t="t" r="r" b="b"/>
              <a:pathLst>
                <a:path w="27871" h="9499" extrusionOk="0">
                  <a:moveTo>
                    <a:pt x="7558" y="1"/>
                  </a:moveTo>
                  <a:cubicBezTo>
                    <a:pt x="3456" y="1"/>
                    <a:pt x="2257" y="1501"/>
                    <a:pt x="2257" y="1501"/>
                  </a:cubicBezTo>
                  <a:cubicBezTo>
                    <a:pt x="1" y="3029"/>
                    <a:pt x="1379" y="5837"/>
                    <a:pt x="7219" y="7992"/>
                  </a:cubicBezTo>
                  <a:cubicBezTo>
                    <a:pt x="10162" y="9074"/>
                    <a:pt x="13068" y="9499"/>
                    <a:pt x="15805" y="9499"/>
                  </a:cubicBezTo>
                  <a:cubicBezTo>
                    <a:pt x="18522" y="9499"/>
                    <a:pt x="21075" y="9080"/>
                    <a:pt x="23334" y="8468"/>
                  </a:cubicBezTo>
                  <a:cubicBezTo>
                    <a:pt x="27871" y="7265"/>
                    <a:pt x="25014" y="5310"/>
                    <a:pt x="23334" y="4258"/>
                  </a:cubicBezTo>
                  <a:cubicBezTo>
                    <a:pt x="21630" y="3205"/>
                    <a:pt x="15565" y="774"/>
                    <a:pt x="9700" y="122"/>
                  </a:cubicBezTo>
                  <a:cubicBezTo>
                    <a:pt x="8911" y="38"/>
                    <a:pt x="8199" y="1"/>
                    <a:pt x="75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63;p41">
              <a:extLst>
                <a:ext uri="{FF2B5EF4-FFF2-40B4-BE49-F238E27FC236}">
                  <a16:creationId xmlns:a16="http://schemas.microsoft.com/office/drawing/2014/main" id="{02908058-6395-18F3-EB20-F139D1C01CA8}"/>
                </a:ext>
              </a:extLst>
            </p:cNvPr>
            <p:cNvSpPr/>
            <p:nvPr/>
          </p:nvSpPr>
          <p:spPr>
            <a:xfrm>
              <a:off x="8004324" y="1795211"/>
              <a:ext cx="260163" cy="471531"/>
            </a:xfrm>
            <a:custGeom>
              <a:avLst/>
              <a:gdLst/>
              <a:ahLst/>
              <a:cxnLst/>
              <a:rect l="l" t="t" r="r" b="b"/>
              <a:pathLst>
                <a:path w="9224" h="16718" extrusionOk="0">
                  <a:moveTo>
                    <a:pt x="8246" y="0"/>
                  </a:moveTo>
                  <a:cubicBezTo>
                    <a:pt x="6491" y="752"/>
                    <a:pt x="3785" y="2406"/>
                    <a:pt x="2055" y="5840"/>
                  </a:cubicBezTo>
                  <a:cubicBezTo>
                    <a:pt x="50" y="9850"/>
                    <a:pt x="0" y="14512"/>
                    <a:pt x="326" y="16717"/>
                  </a:cubicBezTo>
                  <a:cubicBezTo>
                    <a:pt x="602" y="16692"/>
                    <a:pt x="902" y="16667"/>
                    <a:pt x="1178" y="16642"/>
                  </a:cubicBezTo>
                  <a:cubicBezTo>
                    <a:pt x="877" y="14862"/>
                    <a:pt x="727" y="10326"/>
                    <a:pt x="2807" y="6216"/>
                  </a:cubicBezTo>
                  <a:cubicBezTo>
                    <a:pt x="4637" y="2607"/>
                    <a:pt x="7694" y="1078"/>
                    <a:pt x="9223" y="526"/>
                  </a:cubicBezTo>
                  <a:cubicBezTo>
                    <a:pt x="8897" y="351"/>
                    <a:pt x="8572" y="176"/>
                    <a:pt x="82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64;p41">
              <a:extLst>
                <a:ext uri="{FF2B5EF4-FFF2-40B4-BE49-F238E27FC236}">
                  <a16:creationId xmlns:a16="http://schemas.microsoft.com/office/drawing/2014/main" id="{36B06558-F0D6-E58D-4EC6-E429A294EB8D}"/>
                </a:ext>
              </a:extLst>
            </p:cNvPr>
            <p:cNvSpPr/>
            <p:nvPr/>
          </p:nvSpPr>
          <p:spPr>
            <a:xfrm>
              <a:off x="7243210" y="1573017"/>
              <a:ext cx="314599" cy="619269"/>
            </a:xfrm>
            <a:custGeom>
              <a:avLst/>
              <a:gdLst/>
              <a:ahLst/>
              <a:cxnLst/>
              <a:rect l="l" t="t" r="r" b="b"/>
              <a:pathLst>
                <a:path w="11154" h="21956" extrusionOk="0">
                  <a:moveTo>
                    <a:pt x="1" y="0"/>
                  </a:moveTo>
                  <a:cubicBezTo>
                    <a:pt x="1" y="301"/>
                    <a:pt x="26" y="627"/>
                    <a:pt x="51" y="903"/>
                  </a:cubicBezTo>
                  <a:cubicBezTo>
                    <a:pt x="2156" y="1579"/>
                    <a:pt x="6066" y="3258"/>
                    <a:pt x="7920" y="6918"/>
                  </a:cubicBezTo>
                  <a:cubicBezTo>
                    <a:pt x="10226" y="11429"/>
                    <a:pt x="10301" y="17720"/>
                    <a:pt x="9600" y="21579"/>
                  </a:cubicBezTo>
                  <a:cubicBezTo>
                    <a:pt x="9850" y="21705"/>
                    <a:pt x="10126" y="21855"/>
                    <a:pt x="10377" y="21955"/>
                  </a:cubicBezTo>
                  <a:cubicBezTo>
                    <a:pt x="11154" y="17970"/>
                    <a:pt x="11103" y="11304"/>
                    <a:pt x="8672" y="6517"/>
                  </a:cubicBezTo>
                  <a:cubicBezTo>
                    <a:pt x="6542" y="2356"/>
                    <a:pt x="2156" y="62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65;p41">
              <a:extLst>
                <a:ext uri="{FF2B5EF4-FFF2-40B4-BE49-F238E27FC236}">
                  <a16:creationId xmlns:a16="http://schemas.microsoft.com/office/drawing/2014/main" id="{FD8A9367-C63C-3229-5680-8827A6978B36}"/>
                </a:ext>
              </a:extLst>
            </p:cNvPr>
            <p:cNvSpPr/>
            <p:nvPr/>
          </p:nvSpPr>
          <p:spPr>
            <a:xfrm>
              <a:off x="7235911" y="1131264"/>
              <a:ext cx="770561" cy="183276"/>
            </a:xfrm>
            <a:custGeom>
              <a:avLst/>
              <a:gdLst/>
              <a:ahLst/>
              <a:cxnLst/>
              <a:rect l="l" t="t" r="r" b="b"/>
              <a:pathLst>
                <a:path w="27320" h="6498" extrusionOk="0">
                  <a:moveTo>
                    <a:pt x="742" y="1"/>
                  </a:moveTo>
                  <a:cubicBezTo>
                    <a:pt x="507" y="1"/>
                    <a:pt x="265" y="26"/>
                    <a:pt x="26" y="56"/>
                  </a:cubicBezTo>
                  <a:cubicBezTo>
                    <a:pt x="26" y="357"/>
                    <a:pt x="26" y="633"/>
                    <a:pt x="1" y="934"/>
                  </a:cubicBezTo>
                  <a:cubicBezTo>
                    <a:pt x="225" y="891"/>
                    <a:pt x="505" y="857"/>
                    <a:pt x="738" y="857"/>
                  </a:cubicBezTo>
                  <a:cubicBezTo>
                    <a:pt x="922" y="857"/>
                    <a:pt x="1077" y="878"/>
                    <a:pt x="1154" y="934"/>
                  </a:cubicBezTo>
                  <a:cubicBezTo>
                    <a:pt x="1229" y="1034"/>
                    <a:pt x="1254" y="1485"/>
                    <a:pt x="1279" y="1736"/>
                  </a:cubicBezTo>
                  <a:cubicBezTo>
                    <a:pt x="1304" y="2412"/>
                    <a:pt x="1354" y="3164"/>
                    <a:pt x="1906" y="3490"/>
                  </a:cubicBezTo>
                  <a:cubicBezTo>
                    <a:pt x="2030" y="3559"/>
                    <a:pt x="2163" y="3588"/>
                    <a:pt x="2301" y="3588"/>
                  </a:cubicBezTo>
                  <a:cubicBezTo>
                    <a:pt x="2663" y="3588"/>
                    <a:pt x="3067" y="3389"/>
                    <a:pt x="3485" y="3189"/>
                  </a:cubicBezTo>
                  <a:cubicBezTo>
                    <a:pt x="3759" y="3052"/>
                    <a:pt x="4241" y="2832"/>
                    <a:pt x="4419" y="2832"/>
                  </a:cubicBezTo>
                  <a:cubicBezTo>
                    <a:pt x="4437" y="2832"/>
                    <a:pt x="4451" y="2834"/>
                    <a:pt x="4462" y="2838"/>
                  </a:cubicBezTo>
                  <a:cubicBezTo>
                    <a:pt x="4587" y="2913"/>
                    <a:pt x="4738" y="3365"/>
                    <a:pt x="4813" y="3640"/>
                  </a:cubicBezTo>
                  <a:cubicBezTo>
                    <a:pt x="5038" y="4292"/>
                    <a:pt x="5239" y="4944"/>
                    <a:pt x="5815" y="5119"/>
                  </a:cubicBezTo>
                  <a:cubicBezTo>
                    <a:pt x="5893" y="5142"/>
                    <a:pt x="5971" y="5153"/>
                    <a:pt x="6048" y="5153"/>
                  </a:cubicBezTo>
                  <a:cubicBezTo>
                    <a:pt x="6472" y="5153"/>
                    <a:pt x="6896" y="4835"/>
                    <a:pt x="7319" y="4517"/>
                  </a:cubicBezTo>
                  <a:cubicBezTo>
                    <a:pt x="7570" y="4317"/>
                    <a:pt x="8046" y="3966"/>
                    <a:pt x="8196" y="3966"/>
                  </a:cubicBezTo>
                  <a:cubicBezTo>
                    <a:pt x="8322" y="4041"/>
                    <a:pt x="8547" y="4467"/>
                    <a:pt x="8673" y="4743"/>
                  </a:cubicBezTo>
                  <a:cubicBezTo>
                    <a:pt x="8973" y="5320"/>
                    <a:pt x="9299" y="5946"/>
                    <a:pt x="9876" y="6021"/>
                  </a:cubicBezTo>
                  <a:cubicBezTo>
                    <a:pt x="9917" y="6027"/>
                    <a:pt x="9957" y="6030"/>
                    <a:pt x="9997" y="6030"/>
                  </a:cubicBezTo>
                  <a:cubicBezTo>
                    <a:pt x="10468" y="6030"/>
                    <a:pt x="10865" y="5633"/>
                    <a:pt x="11304" y="5194"/>
                  </a:cubicBezTo>
                  <a:cubicBezTo>
                    <a:pt x="11505" y="4994"/>
                    <a:pt x="11931" y="4568"/>
                    <a:pt x="12056" y="4568"/>
                  </a:cubicBezTo>
                  <a:lnTo>
                    <a:pt x="12081" y="4568"/>
                  </a:lnTo>
                  <a:cubicBezTo>
                    <a:pt x="12206" y="4618"/>
                    <a:pt x="12482" y="5044"/>
                    <a:pt x="12658" y="5269"/>
                  </a:cubicBezTo>
                  <a:cubicBezTo>
                    <a:pt x="13008" y="5821"/>
                    <a:pt x="13384" y="6397"/>
                    <a:pt x="13961" y="6422"/>
                  </a:cubicBezTo>
                  <a:cubicBezTo>
                    <a:pt x="13983" y="6424"/>
                    <a:pt x="14006" y="6425"/>
                    <a:pt x="14028" y="6425"/>
                  </a:cubicBezTo>
                  <a:cubicBezTo>
                    <a:pt x="14523" y="6425"/>
                    <a:pt x="14929" y="5900"/>
                    <a:pt x="15289" y="5420"/>
                  </a:cubicBezTo>
                  <a:cubicBezTo>
                    <a:pt x="15465" y="5194"/>
                    <a:pt x="15740" y="4818"/>
                    <a:pt x="15841" y="4793"/>
                  </a:cubicBezTo>
                  <a:cubicBezTo>
                    <a:pt x="15966" y="4818"/>
                    <a:pt x="16267" y="5244"/>
                    <a:pt x="16442" y="5495"/>
                  </a:cubicBezTo>
                  <a:cubicBezTo>
                    <a:pt x="16818" y="5996"/>
                    <a:pt x="17144" y="6497"/>
                    <a:pt x="17645" y="6497"/>
                  </a:cubicBezTo>
                  <a:lnTo>
                    <a:pt x="17670" y="6497"/>
                  </a:lnTo>
                  <a:cubicBezTo>
                    <a:pt x="18222" y="6497"/>
                    <a:pt x="18597" y="5921"/>
                    <a:pt x="18948" y="5370"/>
                  </a:cubicBezTo>
                  <a:cubicBezTo>
                    <a:pt x="19099" y="5144"/>
                    <a:pt x="19324" y="4768"/>
                    <a:pt x="19425" y="4718"/>
                  </a:cubicBezTo>
                  <a:cubicBezTo>
                    <a:pt x="19575" y="4743"/>
                    <a:pt x="19926" y="5144"/>
                    <a:pt x="20101" y="5370"/>
                  </a:cubicBezTo>
                  <a:cubicBezTo>
                    <a:pt x="20496" y="5834"/>
                    <a:pt x="20847" y="6255"/>
                    <a:pt x="21295" y="6255"/>
                  </a:cubicBezTo>
                  <a:cubicBezTo>
                    <a:pt x="21331" y="6255"/>
                    <a:pt x="21367" y="6252"/>
                    <a:pt x="21404" y="6247"/>
                  </a:cubicBezTo>
                  <a:cubicBezTo>
                    <a:pt x="21981" y="6197"/>
                    <a:pt x="22282" y="5570"/>
                    <a:pt x="22582" y="4969"/>
                  </a:cubicBezTo>
                  <a:cubicBezTo>
                    <a:pt x="22683" y="4743"/>
                    <a:pt x="22883" y="4342"/>
                    <a:pt x="22958" y="4292"/>
                  </a:cubicBezTo>
                  <a:cubicBezTo>
                    <a:pt x="22964" y="4291"/>
                    <a:pt x="22969" y="4291"/>
                    <a:pt x="22975" y="4291"/>
                  </a:cubicBezTo>
                  <a:cubicBezTo>
                    <a:pt x="23159" y="4291"/>
                    <a:pt x="23566" y="4673"/>
                    <a:pt x="23760" y="4843"/>
                  </a:cubicBezTo>
                  <a:cubicBezTo>
                    <a:pt x="24173" y="5213"/>
                    <a:pt x="24567" y="5544"/>
                    <a:pt x="24975" y="5544"/>
                  </a:cubicBezTo>
                  <a:cubicBezTo>
                    <a:pt x="25038" y="5544"/>
                    <a:pt x="25101" y="5537"/>
                    <a:pt x="25164" y="5520"/>
                  </a:cubicBezTo>
                  <a:cubicBezTo>
                    <a:pt x="25765" y="5345"/>
                    <a:pt x="25941" y="4618"/>
                    <a:pt x="26116" y="3966"/>
                  </a:cubicBezTo>
                  <a:cubicBezTo>
                    <a:pt x="26166" y="3741"/>
                    <a:pt x="26267" y="3340"/>
                    <a:pt x="26317" y="3264"/>
                  </a:cubicBezTo>
                  <a:cubicBezTo>
                    <a:pt x="26342" y="3252"/>
                    <a:pt x="26375" y="3246"/>
                    <a:pt x="26414" y="3246"/>
                  </a:cubicBezTo>
                  <a:cubicBezTo>
                    <a:pt x="26613" y="3246"/>
                    <a:pt x="26976" y="3389"/>
                    <a:pt x="27269" y="3515"/>
                  </a:cubicBezTo>
                  <a:cubicBezTo>
                    <a:pt x="27269" y="3214"/>
                    <a:pt x="27294" y="2913"/>
                    <a:pt x="27319" y="2613"/>
                  </a:cubicBezTo>
                  <a:cubicBezTo>
                    <a:pt x="27021" y="2497"/>
                    <a:pt x="26702" y="2403"/>
                    <a:pt x="26403" y="2403"/>
                  </a:cubicBezTo>
                  <a:cubicBezTo>
                    <a:pt x="26250" y="2403"/>
                    <a:pt x="26102" y="2428"/>
                    <a:pt x="25966" y="2487"/>
                  </a:cubicBezTo>
                  <a:cubicBezTo>
                    <a:pt x="25565" y="2688"/>
                    <a:pt x="25440" y="3189"/>
                    <a:pt x="25289" y="3766"/>
                  </a:cubicBezTo>
                  <a:cubicBezTo>
                    <a:pt x="25214" y="4041"/>
                    <a:pt x="25064" y="4618"/>
                    <a:pt x="24963" y="4693"/>
                  </a:cubicBezTo>
                  <a:cubicBezTo>
                    <a:pt x="24863" y="4668"/>
                    <a:pt x="24512" y="4392"/>
                    <a:pt x="24337" y="4217"/>
                  </a:cubicBezTo>
                  <a:cubicBezTo>
                    <a:pt x="23884" y="3831"/>
                    <a:pt x="23430" y="3426"/>
                    <a:pt x="22958" y="3426"/>
                  </a:cubicBezTo>
                  <a:cubicBezTo>
                    <a:pt x="22909" y="3426"/>
                    <a:pt x="22858" y="3430"/>
                    <a:pt x="22808" y="3440"/>
                  </a:cubicBezTo>
                  <a:cubicBezTo>
                    <a:pt x="22332" y="3540"/>
                    <a:pt x="22081" y="4066"/>
                    <a:pt x="21805" y="4593"/>
                  </a:cubicBezTo>
                  <a:cubicBezTo>
                    <a:pt x="21680" y="4868"/>
                    <a:pt x="21430" y="5345"/>
                    <a:pt x="21354" y="5420"/>
                  </a:cubicBezTo>
                  <a:cubicBezTo>
                    <a:pt x="21229" y="5370"/>
                    <a:pt x="20928" y="5019"/>
                    <a:pt x="20753" y="4818"/>
                  </a:cubicBezTo>
                  <a:cubicBezTo>
                    <a:pt x="20362" y="4354"/>
                    <a:pt x="19922" y="3865"/>
                    <a:pt x="19412" y="3865"/>
                  </a:cubicBezTo>
                  <a:cubicBezTo>
                    <a:pt x="19400" y="3865"/>
                    <a:pt x="19387" y="3865"/>
                    <a:pt x="19374" y="3866"/>
                  </a:cubicBezTo>
                  <a:cubicBezTo>
                    <a:pt x="18873" y="3891"/>
                    <a:pt x="18572" y="4392"/>
                    <a:pt x="18222" y="4919"/>
                  </a:cubicBezTo>
                  <a:cubicBezTo>
                    <a:pt x="18071" y="5144"/>
                    <a:pt x="17770" y="5595"/>
                    <a:pt x="17695" y="5645"/>
                  </a:cubicBezTo>
                  <a:cubicBezTo>
                    <a:pt x="17570" y="5595"/>
                    <a:pt x="17294" y="5219"/>
                    <a:pt x="17144" y="4994"/>
                  </a:cubicBezTo>
                  <a:cubicBezTo>
                    <a:pt x="16768" y="4467"/>
                    <a:pt x="16392" y="3941"/>
                    <a:pt x="15866" y="3941"/>
                  </a:cubicBezTo>
                  <a:lnTo>
                    <a:pt x="15841" y="3941"/>
                  </a:lnTo>
                  <a:cubicBezTo>
                    <a:pt x="15364" y="3941"/>
                    <a:pt x="14988" y="4392"/>
                    <a:pt x="14612" y="4893"/>
                  </a:cubicBezTo>
                  <a:cubicBezTo>
                    <a:pt x="14437" y="5119"/>
                    <a:pt x="14136" y="5545"/>
                    <a:pt x="14011" y="5570"/>
                  </a:cubicBezTo>
                  <a:cubicBezTo>
                    <a:pt x="13861" y="5570"/>
                    <a:pt x="13510" y="5044"/>
                    <a:pt x="13359" y="4818"/>
                  </a:cubicBezTo>
                  <a:cubicBezTo>
                    <a:pt x="13008" y="4267"/>
                    <a:pt x="12683" y="3766"/>
                    <a:pt x="12156" y="3715"/>
                  </a:cubicBezTo>
                  <a:cubicBezTo>
                    <a:pt x="12129" y="3713"/>
                    <a:pt x="12103" y="3712"/>
                    <a:pt x="12076" y="3712"/>
                  </a:cubicBezTo>
                  <a:cubicBezTo>
                    <a:pt x="11561" y="3712"/>
                    <a:pt x="11131" y="4164"/>
                    <a:pt x="10678" y="4593"/>
                  </a:cubicBezTo>
                  <a:cubicBezTo>
                    <a:pt x="10477" y="4818"/>
                    <a:pt x="10126" y="5169"/>
                    <a:pt x="10001" y="5169"/>
                  </a:cubicBezTo>
                  <a:cubicBezTo>
                    <a:pt x="9851" y="5144"/>
                    <a:pt x="9575" y="4618"/>
                    <a:pt x="9450" y="4342"/>
                  </a:cubicBezTo>
                  <a:cubicBezTo>
                    <a:pt x="9149" y="3791"/>
                    <a:pt x="8873" y="3264"/>
                    <a:pt x="8397" y="3139"/>
                  </a:cubicBezTo>
                  <a:cubicBezTo>
                    <a:pt x="8339" y="3128"/>
                    <a:pt x="8281" y="3123"/>
                    <a:pt x="8223" y="3123"/>
                  </a:cubicBezTo>
                  <a:cubicBezTo>
                    <a:pt x="7734" y="3123"/>
                    <a:pt x="7264" y="3482"/>
                    <a:pt x="6793" y="3841"/>
                  </a:cubicBezTo>
                  <a:cubicBezTo>
                    <a:pt x="6567" y="4016"/>
                    <a:pt x="6191" y="4317"/>
                    <a:pt x="6066" y="4317"/>
                  </a:cubicBezTo>
                  <a:cubicBezTo>
                    <a:pt x="5916" y="4267"/>
                    <a:pt x="5715" y="3665"/>
                    <a:pt x="5640" y="3365"/>
                  </a:cubicBezTo>
                  <a:cubicBezTo>
                    <a:pt x="5439" y="2788"/>
                    <a:pt x="5264" y="2237"/>
                    <a:pt x="4813" y="2061"/>
                  </a:cubicBezTo>
                  <a:cubicBezTo>
                    <a:pt x="4683" y="2006"/>
                    <a:pt x="4549" y="1982"/>
                    <a:pt x="4412" y="1982"/>
                  </a:cubicBezTo>
                  <a:cubicBezTo>
                    <a:pt x="3992" y="1982"/>
                    <a:pt x="3543" y="2204"/>
                    <a:pt x="3109" y="2412"/>
                  </a:cubicBezTo>
                  <a:cubicBezTo>
                    <a:pt x="2871" y="2531"/>
                    <a:pt x="2476" y="2740"/>
                    <a:pt x="2350" y="2740"/>
                  </a:cubicBezTo>
                  <a:cubicBezTo>
                    <a:pt x="2343" y="2740"/>
                    <a:pt x="2337" y="2739"/>
                    <a:pt x="2332" y="2738"/>
                  </a:cubicBezTo>
                  <a:cubicBezTo>
                    <a:pt x="2181" y="2663"/>
                    <a:pt x="2131" y="2011"/>
                    <a:pt x="2131" y="1685"/>
                  </a:cubicBezTo>
                  <a:cubicBezTo>
                    <a:pt x="2081" y="1109"/>
                    <a:pt x="2056" y="558"/>
                    <a:pt x="1705" y="257"/>
                  </a:cubicBezTo>
                  <a:cubicBezTo>
                    <a:pt x="1433" y="60"/>
                    <a:pt x="1097" y="1"/>
                    <a:pt x="7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66;p41">
              <a:extLst>
                <a:ext uri="{FF2B5EF4-FFF2-40B4-BE49-F238E27FC236}">
                  <a16:creationId xmlns:a16="http://schemas.microsoft.com/office/drawing/2014/main" id="{7F11187A-5B9C-A4AE-BF4A-B5449A57584C}"/>
                </a:ext>
              </a:extLst>
            </p:cNvPr>
            <p:cNvSpPr/>
            <p:nvPr/>
          </p:nvSpPr>
          <p:spPr>
            <a:xfrm>
              <a:off x="7234500" y="1238866"/>
              <a:ext cx="767007" cy="139304"/>
            </a:xfrm>
            <a:custGeom>
              <a:avLst/>
              <a:gdLst/>
              <a:ahLst/>
              <a:cxnLst/>
              <a:rect l="l" t="t" r="r" b="b"/>
              <a:pathLst>
                <a:path w="27194" h="4939" extrusionOk="0">
                  <a:moveTo>
                    <a:pt x="26" y="1"/>
                  </a:moveTo>
                  <a:cubicBezTo>
                    <a:pt x="26" y="327"/>
                    <a:pt x="1" y="677"/>
                    <a:pt x="26" y="1003"/>
                  </a:cubicBezTo>
                  <a:cubicBezTo>
                    <a:pt x="2106" y="2231"/>
                    <a:pt x="7244" y="4813"/>
                    <a:pt x="13710" y="4913"/>
                  </a:cubicBezTo>
                  <a:cubicBezTo>
                    <a:pt x="14011" y="4938"/>
                    <a:pt x="14287" y="4938"/>
                    <a:pt x="14587" y="4938"/>
                  </a:cubicBezTo>
                  <a:cubicBezTo>
                    <a:pt x="21605" y="4938"/>
                    <a:pt x="24963" y="3434"/>
                    <a:pt x="27119" y="2181"/>
                  </a:cubicBezTo>
                  <a:cubicBezTo>
                    <a:pt x="27144" y="1830"/>
                    <a:pt x="27169" y="1505"/>
                    <a:pt x="27194" y="1154"/>
                  </a:cubicBezTo>
                  <a:lnTo>
                    <a:pt x="27194" y="1154"/>
                  </a:lnTo>
                  <a:cubicBezTo>
                    <a:pt x="25018" y="2483"/>
                    <a:pt x="21956" y="4093"/>
                    <a:pt x="14568" y="4093"/>
                  </a:cubicBezTo>
                  <a:cubicBezTo>
                    <a:pt x="14296" y="4093"/>
                    <a:pt x="14019" y="4090"/>
                    <a:pt x="13735" y="4086"/>
                  </a:cubicBezTo>
                  <a:cubicBezTo>
                    <a:pt x="7018" y="3961"/>
                    <a:pt x="1680" y="1028"/>
                    <a:pt x="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67;p41">
              <a:extLst>
                <a:ext uri="{FF2B5EF4-FFF2-40B4-BE49-F238E27FC236}">
                  <a16:creationId xmlns:a16="http://schemas.microsoft.com/office/drawing/2014/main" id="{DD3508FD-2829-E993-C84E-084A7C165207}"/>
                </a:ext>
              </a:extLst>
            </p:cNvPr>
            <p:cNvSpPr/>
            <p:nvPr/>
          </p:nvSpPr>
          <p:spPr>
            <a:xfrm>
              <a:off x="7238759" y="1326951"/>
              <a:ext cx="752848" cy="126838"/>
            </a:xfrm>
            <a:custGeom>
              <a:avLst/>
              <a:gdLst/>
              <a:ahLst/>
              <a:cxnLst/>
              <a:rect l="l" t="t" r="r" b="b"/>
              <a:pathLst>
                <a:path w="26692" h="4497" extrusionOk="0">
                  <a:moveTo>
                    <a:pt x="491" y="0"/>
                  </a:moveTo>
                  <a:cubicBezTo>
                    <a:pt x="340" y="0"/>
                    <a:pt x="193" y="84"/>
                    <a:pt x="125" y="236"/>
                  </a:cubicBezTo>
                  <a:cubicBezTo>
                    <a:pt x="0" y="437"/>
                    <a:pt x="75" y="687"/>
                    <a:pt x="301" y="788"/>
                  </a:cubicBezTo>
                  <a:lnTo>
                    <a:pt x="276" y="788"/>
                  </a:lnTo>
                  <a:cubicBezTo>
                    <a:pt x="351" y="838"/>
                    <a:pt x="426" y="838"/>
                    <a:pt x="501" y="838"/>
                  </a:cubicBezTo>
                  <a:cubicBezTo>
                    <a:pt x="627" y="838"/>
                    <a:pt x="777" y="762"/>
                    <a:pt x="852" y="637"/>
                  </a:cubicBezTo>
                  <a:cubicBezTo>
                    <a:pt x="978" y="437"/>
                    <a:pt x="902" y="186"/>
                    <a:pt x="702" y="61"/>
                  </a:cubicBezTo>
                  <a:cubicBezTo>
                    <a:pt x="637" y="20"/>
                    <a:pt x="563" y="0"/>
                    <a:pt x="491" y="0"/>
                  </a:cubicBezTo>
                  <a:close/>
                  <a:moveTo>
                    <a:pt x="1983" y="773"/>
                  </a:moveTo>
                  <a:cubicBezTo>
                    <a:pt x="1822" y="773"/>
                    <a:pt x="1659" y="866"/>
                    <a:pt x="1604" y="1013"/>
                  </a:cubicBezTo>
                  <a:cubicBezTo>
                    <a:pt x="1504" y="1239"/>
                    <a:pt x="1579" y="1489"/>
                    <a:pt x="1780" y="1564"/>
                  </a:cubicBezTo>
                  <a:cubicBezTo>
                    <a:pt x="1855" y="1615"/>
                    <a:pt x="1905" y="1615"/>
                    <a:pt x="1980" y="1615"/>
                  </a:cubicBezTo>
                  <a:cubicBezTo>
                    <a:pt x="2130" y="1615"/>
                    <a:pt x="2281" y="1539"/>
                    <a:pt x="2356" y="1389"/>
                  </a:cubicBezTo>
                  <a:cubicBezTo>
                    <a:pt x="2456" y="1163"/>
                    <a:pt x="2356" y="913"/>
                    <a:pt x="2156" y="813"/>
                  </a:cubicBezTo>
                  <a:cubicBezTo>
                    <a:pt x="2102" y="786"/>
                    <a:pt x="2043" y="773"/>
                    <a:pt x="1983" y="773"/>
                  </a:cubicBezTo>
                  <a:close/>
                  <a:moveTo>
                    <a:pt x="26219" y="1245"/>
                  </a:moveTo>
                  <a:cubicBezTo>
                    <a:pt x="26152" y="1245"/>
                    <a:pt x="26083" y="1259"/>
                    <a:pt x="26015" y="1289"/>
                  </a:cubicBezTo>
                  <a:cubicBezTo>
                    <a:pt x="25815" y="1414"/>
                    <a:pt x="25740" y="1665"/>
                    <a:pt x="25840" y="1865"/>
                  </a:cubicBezTo>
                  <a:cubicBezTo>
                    <a:pt x="25915" y="2016"/>
                    <a:pt x="26065" y="2091"/>
                    <a:pt x="26216" y="2091"/>
                  </a:cubicBezTo>
                  <a:cubicBezTo>
                    <a:pt x="26291" y="2091"/>
                    <a:pt x="26366" y="2091"/>
                    <a:pt x="26416" y="2041"/>
                  </a:cubicBezTo>
                  <a:cubicBezTo>
                    <a:pt x="26617" y="1940"/>
                    <a:pt x="26692" y="1690"/>
                    <a:pt x="26592" y="1464"/>
                  </a:cubicBezTo>
                  <a:cubicBezTo>
                    <a:pt x="26521" y="1324"/>
                    <a:pt x="26377" y="1245"/>
                    <a:pt x="26219" y="1245"/>
                  </a:cubicBezTo>
                  <a:close/>
                  <a:moveTo>
                    <a:pt x="3519" y="1464"/>
                  </a:moveTo>
                  <a:cubicBezTo>
                    <a:pt x="3354" y="1464"/>
                    <a:pt x="3186" y="1559"/>
                    <a:pt x="3108" y="1715"/>
                  </a:cubicBezTo>
                  <a:cubicBezTo>
                    <a:pt x="3008" y="1940"/>
                    <a:pt x="3108" y="2191"/>
                    <a:pt x="3333" y="2266"/>
                  </a:cubicBezTo>
                  <a:cubicBezTo>
                    <a:pt x="3384" y="2291"/>
                    <a:pt x="3459" y="2316"/>
                    <a:pt x="3509" y="2316"/>
                  </a:cubicBezTo>
                  <a:cubicBezTo>
                    <a:pt x="3659" y="2316"/>
                    <a:pt x="3810" y="2216"/>
                    <a:pt x="3885" y="2041"/>
                  </a:cubicBezTo>
                  <a:cubicBezTo>
                    <a:pt x="3985" y="1840"/>
                    <a:pt x="3885" y="1590"/>
                    <a:pt x="3659" y="1489"/>
                  </a:cubicBezTo>
                  <a:cubicBezTo>
                    <a:pt x="3614" y="1472"/>
                    <a:pt x="3566" y="1464"/>
                    <a:pt x="3519" y="1464"/>
                  </a:cubicBezTo>
                  <a:close/>
                  <a:moveTo>
                    <a:pt x="24727" y="1977"/>
                  </a:moveTo>
                  <a:cubicBezTo>
                    <a:pt x="24671" y="1977"/>
                    <a:pt x="24614" y="1989"/>
                    <a:pt x="24562" y="2016"/>
                  </a:cubicBezTo>
                  <a:cubicBezTo>
                    <a:pt x="24336" y="2091"/>
                    <a:pt x="24236" y="2341"/>
                    <a:pt x="24336" y="2567"/>
                  </a:cubicBezTo>
                  <a:cubicBezTo>
                    <a:pt x="24386" y="2717"/>
                    <a:pt x="24562" y="2818"/>
                    <a:pt x="24712" y="2818"/>
                  </a:cubicBezTo>
                  <a:cubicBezTo>
                    <a:pt x="24762" y="2818"/>
                    <a:pt x="24837" y="2818"/>
                    <a:pt x="24887" y="2793"/>
                  </a:cubicBezTo>
                  <a:cubicBezTo>
                    <a:pt x="25088" y="2692"/>
                    <a:pt x="25188" y="2442"/>
                    <a:pt x="25113" y="2241"/>
                  </a:cubicBezTo>
                  <a:cubicBezTo>
                    <a:pt x="25039" y="2075"/>
                    <a:pt x="24884" y="1977"/>
                    <a:pt x="24727" y="1977"/>
                  </a:cubicBezTo>
                  <a:close/>
                  <a:moveTo>
                    <a:pt x="5050" y="2066"/>
                  </a:moveTo>
                  <a:cubicBezTo>
                    <a:pt x="4885" y="2066"/>
                    <a:pt x="4720" y="2166"/>
                    <a:pt x="4662" y="2341"/>
                  </a:cubicBezTo>
                  <a:cubicBezTo>
                    <a:pt x="4587" y="2567"/>
                    <a:pt x="4687" y="2793"/>
                    <a:pt x="4912" y="2893"/>
                  </a:cubicBezTo>
                  <a:cubicBezTo>
                    <a:pt x="4963" y="2893"/>
                    <a:pt x="5013" y="2918"/>
                    <a:pt x="5063" y="2918"/>
                  </a:cubicBezTo>
                  <a:cubicBezTo>
                    <a:pt x="5238" y="2918"/>
                    <a:pt x="5389" y="2793"/>
                    <a:pt x="5464" y="2617"/>
                  </a:cubicBezTo>
                  <a:cubicBezTo>
                    <a:pt x="5539" y="2392"/>
                    <a:pt x="5414" y="2166"/>
                    <a:pt x="5188" y="2091"/>
                  </a:cubicBezTo>
                  <a:cubicBezTo>
                    <a:pt x="5144" y="2074"/>
                    <a:pt x="5097" y="2066"/>
                    <a:pt x="5050" y="2066"/>
                  </a:cubicBezTo>
                  <a:close/>
                  <a:moveTo>
                    <a:pt x="23165" y="2545"/>
                  </a:moveTo>
                  <a:cubicBezTo>
                    <a:pt x="23122" y="2545"/>
                    <a:pt x="23077" y="2552"/>
                    <a:pt x="23033" y="2567"/>
                  </a:cubicBezTo>
                  <a:cubicBezTo>
                    <a:pt x="22807" y="2642"/>
                    <a:pt x="22682" y="2868"/>
                    <a:pt x="22732" y="3093"/>
                  </a:cubicBezTo>
                  <a:cubicBezTo>
                    <a:pt x="22807" y="3269"/>
                    <a:pt x="22983" y="3394"/>
                    <a:pt x="23158" y="3394"/>
                  </a:cubicBezTo>
                  <a:cubicBezTo>
                    <a:pt x="23183" y="3394"/>
                    <a:pt x="23233" y="3394"/>
                    <a:pt x="23283" y="3369"/>
                  </a:cubicBezTo>
                  <a:cubicBezTo>
                    <a:pt x="23484" y="3294"/>
                    <a:pt x="23609" y="3068"/>
                    <a:pt x="23559" y="2843"/>
                  </a:cubicBezTo>
                  <a:cubicBezTo>
                    <a:pt x="23499" y="2662"/>
                    <a:pt x="23342" y="2545"/>
                    <a:pt x="23165" y="2545"/>
                  </a:cubicBezTo>
                  <a:close/>
                  <a:moveTo>
                    <a:pt x="6635" y="2570"/>
                  </a:moveTo>
                  <a:cubicBezTo>
                    <a:pt x="6458" y="2570"/>
                    <a:pt x="6301" y="2687"/>
                    <a:pt x="6241" y="2868"/>
                  </a:cubicBezTo>
                  <a:cubicBezTo>
                    <a:pt x="6191" y="3093"/>
                    <a:pt x="6316" y="3344"/>
                    <a:pt x="6542" y="3394"/>
                  </a:cubicBezTo>
                  <a:cubicBezTo>
                    <a:pt x="6567" y="3419"/>
                    <a:pt x="6617" y="3419"/>
                    <a:pt x="6642" y="3419"/>
                  </a:cubicBezTo>
                  <a:cubicBezTo>
                    <a:pt x="6842" y="3419"/>
                    <a:pt x="6993" y="3294"/>
                    <a:pt x="7043" y="3118"/>
                  </a:cubicBezTo>
                  <a:cubicBezTo>
                    <a:pt x="7118" y="2893"/>
                    <a:pt x="6993" y="2667"/>
                    <a:pt x="6767" y="2592"/>
                  </a:cubicBezTo>
                  <a:cubicBezTo>
                    <a:pt x="6723" y="2577"/>
                    <a:pt x="6678" y="2570"/>
                    <a:pt x="6635" y="2570"/>
                  </a:cubicBezTo>
                  <a:close/>
                  <a:moveTo>
                    <a:pt x="8282" y="2983"/>
                  </a:moveTo>
                  <a:cubicBezTo>
                    <a:pt x="8084" y="2983"/>
                    <a:pt x="7888" y="3123"/>
                    <a:pt x="7845" y="3319"/>
                  </a:cubicBezTo>
                  <a:cubicBezTo>
                    <a:pt x="7795" y="3544"/>
                    <a:pt x="7945" y="3770"/>
                    <a:pt x="8171" y="3820"/>
                  </a:cubicBezTo>
                  <a:lnTo>
                    <a:pt x="8271" y="3820"/>
                  </a:lnTo>
                  <a:cubicBezTo>
                    <a:pt x="8471" y="3820"/>
                    <a:pt x="8622" y="3695"/>
                    <a:pt x="8672" y="3494"/>
                  </a:cubicBezTo>
                  <a:cubicBezTo>
                    <a:pt x="8722" y="3269"/>
                    <a:pt x="8597" y="3043"/>
                    <a:pt x="8371" y="2993"/>
                  </a:cubicBezTo>
                  <a:cubicBezTo>
                    <a:pt x="8342" y="2987"/>
                    <a:pt x="8312" y="2983"/>
                    <a:pt x="8282" y="2983"/>
                  </a:cubicBezTo>
                  <a:close/>
                  <a:moveTo>
                    <a:pt x="21552" y="2982"/>
                  </a:moveTo>
                  <a:cubicBezTo>
                    <a:pt x="21520" y="2982"/>
                    <a:pt x="21487" y="2986"/>
                    <a:pt x="21454" y="2993"/>
                  </a:cubicBezTo>
                  <a:cubicBezTo>
                    <a:pt x="21203" y="3043"/>
                    <a:pt x="21078" y="3269"/>
                    <a:pt x="21128" y="3494"/>
                  </a:cubicBezTo>
                  <a:cubicBezTo>
                    <a:pt x="21153" y="3695"/>
                    <a:pt x="21329" y="3820"/>
                    <a:pt x="21529" y="3820"/>
                  </a:cubicBezTo>
                  <a:lnTo>
                    <a:pt x="21629" y="3820"/>
                  </a:lnTo>
                  <a:cubicBezTo>
                    <a:pt x="21855" y="3745"/>
                    <a:pt x="22005" y="3544"/>
                    <a:pt x="21955" y="3319"/>
                  </a:cubicBezTo>
                  <a:cubicBezTo>
                    <a:pt x="21912" y="3105"/>
                    <a:pt x="21742" y="2982"/>
                    <a:pt x="21552" y="2982"/>
                  </a:cubicBezTo>
                  <a:close/>
                  <a:moveTo>
                    <a:pt x="19910" y="3285"/>
                  </a:moveTo>
                  <a:cubicBezTo>
                    <a:pt x="19882" y="3285"/>
                    <a:pt x="19854" y="3288"/>
                    <a:pt x="19825" y="3294"/>
                  </a:cubicBezTo>
                  <a:cubicBezTo>
                    <a:pt x="19599" y="3319"/>
                    <a:pt x="19449" y="3544"/>
                    <a:pt x="19474" y="3770"/>
                  </a:cubicBezTo>
                  <a:cubicBezTo>
                    <a:pt x="19499" y="3971"/>
                    <a:pt x="19674" y="4121"/>
                    <a:pt x="19900" y="4121"/>
                  </a:cubicBezTo>
                  <a:lnTo>
                    <a:pt x="19950" y="4121"/>
                  </a:lnTo>
                  <a:cubicBezTo>
                    <a:pt x="20201" y="4096"/>
                    <a:pt x="20351" y="3870"/>
                    <a:pt x="20301" y="3645"/>
                  </a:cubicBezTo>
                  <a:cubicBezTo>
                    <a:pt x="20279" y="3445"/>
                    <a:pt x="20120" y="3285"/>
                    <a:pt x="19910" y="3285"/>
                  </a:cubicBezTo>
                  <a:close/>
                  <a:moveTo>
                    <a:pt x="9897" y="3310"/>
                  </a:moveTo>
                  <a:cubicBezTo>
                    <a:pt x="9700" y="3310"/>
                    <a:pt x="9521" y="3470"/>
                    <a:pt x="9499" y="3670"/>
                  </a:cubicBezTo>
                  <a:cubicBezTo>
                    <a:pt x="9449" y="3895"/>
                    <a:pt x="9599" y="4121"/>
                    <a:pt x="9850" y="4146"/>
                  </a:cubicBezTo>
                  <a:lnTo>
                    <a:pt x="9900" y="4146"/>
                  </a:lnTo>
                  <a:cubicBezTo>
                    <a:pt x="10100" y="4146"/>
                    <a:pt x="10301" y="4021"/>
                    <a:pt x="10326" y="3795"/>
                  </a:cubicBezTo>
                  <a:cubicBezTo>
                    <a:pt x="10351" y="3570"/>
                    <a:pt x="10201" y="3344"/>
                    <a:pt x="9975" y="3319"/>
                  </a:cubicBezTo>
                  <a:cubicBezTo>
                    <a:pt x="9949" y="3313"/>
                    <a:pt x="9923" y="3310"/>
                    <a:pt x="9897" y="3310"/>
                  </a:cubicBezTo>
                  <a:close/>
                  <a:moveTo>
                    <a:pt x="18245" y="3492"/>
                  </a:moveTo>
                  <a:cubicBezTo>
                    <a:pt x="18228" y="3492"/>
                    <a:pt x="18212" y="3492"/>
                    <a:pt x="18196" y="3494"/>
                  </a:cubicBezTo>
                  <a:cubicBezTo>
                    <a:pt x="17970" y="3494"/>
                    <a:pt x="17795" y="3720"/>
                    <a:pt x="17820" y="3945"/>
                  </a:cubicBezTo>
                  <a:cubicBezTo>
                    <a:pt x="17845" y="4171"/>
                    <a:pt x="18020" y="4321"/>
                    <a:pt x="18246" y="4321"/>
                  </a:cubicBezTo>
                  <a:lnTo>
                    <a:pt x="18271" y="4321"/>
                  </a:lnTo>
                  <a:cubicBezTo>
                    <a:pt x="18522" y="4296"/>
                    <a:pt x="18672" y="4096"/>
                    <a:pt x="18647" y="3870"/>
                  </a:cubicBezTo>
                  <a:cubicBezTo>
                    <a:pt x="18647" y="3638"/>
                    <a:pt x="18453" y="3492"/>
                    <a:pt x="18245" y="3492"/>
                  </a:cubicBezTo>
                  <a:close/>
                  <a:moveTo>
                    <a:pt x="11561" y="3517"/>
                  </a:moveTo>
                  <a:cubicBezTo>
                    <a:pt x="11351" y="3517"/>
                    <a:pt x="11153" y="3684"/>
                    <a:pt x="11153" y="3895"/>
                  </a:cubicBezTo>
                  <a:cubicBezTo>
                    <a:pt x="11128" y="4146"/>
                    <a:pt x="11303" y="4346"/>
                    <a:pt x="11529" y="4372"/>
                  </a:cubicBezTo>
                  <a:lnTo>
                    <a:pt x="11554" y="4372"/>
                  </a:lnTo>
                  <a:cubicBezTo>
                    <a:pt x="11780" y="4372"/>
                    <a:pt x="11980" y="4196"/>
                    <a:pt x="11980" y="3996"/>
                  </a:cubicBezTo>
                  <a:cubicBezTo>
                    <a:pt x="12005" y="3745"/>
                    <a:pt x="11830" y="3544"/>
                    <a:pt x="11604" y="3519"/>
                  </a:cubicBezTo>
                  <a:cubicBezTo>
                    <a:pt x="11590" y="3518"/>
                    <a:pt x="11575" y="3517"/>
                    <a:pt x="11561" y="3517"/>
                  </a:cubicBezTo>
                  <a:close/>
                  <a:moveTo>
                    <a:pt x="16542" y="3595"/>
                  </a:moveTo>
                  <a:cubicBezTo>
                    <a:pt x="16316" y="3620"/>
                    <a:pt x="16141" y="3795"/>
                    <a:pt x="16141" y="4046"/>
                  </a:cubicBezTo>
                  <a:cubicBezTo>
                    <a:pt x="16166" y="4271"/>
                    <a:pt x="16366" y="4447"/>
                    <a:pt x="16592" y="4447"/>
                  </a:cubicBezTo>
                  <a:cubicBezTo>
                    <a:pt x="16817" y="4422"/>
                    <a:pt x="16993" y="4246"/>
                    <a:pt x="16993" y="3996"/>
                  </a:cubicBezTo>
                  <a:cubicBezTo>
                    <a:pt x="16993" y="3770"/>
                    <a:pt x="16792" y="3595"/>
                    <a:pt x="16542" y="3595"/>
                  </a:cubicBezTo>
                  <a:close/>
                  <a:moveTo>
                    <a:pt x="13233" y="3620"/>
                  </a:moveTo>
                  <a:cubicBezTo>
                    <a:pt x="13008" y="3620"/>
                    <a:pt x="12807" y="3795"/>
                    <a:pt x="12807" y="4046"/>
                  </a:cubicBezTo>
                  <a:cubicBezTo>
                    <a:pt x="12807" y="4271"/>
                    <a:pt x="12983" y="4472"/>
                    <a:pt x="13208" y="4472"/>
                  </a:cubicBezTo>
                  <a:lnTo>
                    <a:pt x="13233" y="4472"/>
                  </a:lnTo>
                  <a:cubicBezTo>
                    <a:pt x="13459" y="4472"/>
                    <a:pt x="13659" y="4296"/>
                    <a:pt x="13659" y="4071"/>
                  </a:cubicBezTo>
                  <a:cubicBezTo>
                    <a:pt x="13659" y="3820"/>
                    <a:pt x="13484" y="3645"/>
                    <a:pt x="13233" y="3620"/>
                  </a:cubicBezTo>
                  <a:close/>
                  <a:moveTo>
                    <a:pt x="14887" y="3645"/>
                  </a:moveTo>
                  <a:cubicBezTo>
                    <a:pt x="14662" y="3645"/>
                    <a:pt x="14486" y="3845"/>
                    <a:pt x="14486" y="4071"/>
                  </a:cubicBezTo>
                  <a:cubicBezTo>
                    <a:pt x="14486" y="4296"/>
                    <a:pt x="14662" y="4497"/>
                    <a:pt x="14887" y="4497"/>
                  </a:cubicBezTo>
                  <a:lnTo>
                    <a:pt x="14912" y="4497"/>
                  </a:lnTo>
                  <a:cubicBezTo>
                    <a:pt x="15138" y="4497"/>
                    <a:pt x="15339" y="4296"/>
                    <a:pt x="15313" y="4071"/>
                  </a:cubicBezTo>
                  <a:cubicBezTo>
                    <a:pt x="15313" y="3820"/>
                    <a:pt x="15138" y="3645"/>
                    <a:pt x="14887" y="36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942;p34">
            <a:extLst>
              <a:ext uri="{FF2B5EF4-FFF2-40B4-BE49-F238E27FC236}">
                <a16:creationId xmlns:a16="http://schemas.microsoft.com/office/drawing/2014/main" id="{3EFF5A5D-83EA-288A-9C3F-210B42E2BF04}"/>
              </a:ext>
            </a:extLst>
          </p:cNvPr>
          <p:cNvSpPr txBox="1">
            <a:spLocks/>
          </p:cNvSpPr>
          <p:nvPr/>
        </p:nvSpPr>
        <p:spPr>
          <a:xfrm>
            <a:off x="1420817" y="1682821"/>
            <a:ext cx="6374700" cy="19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7500" b="1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Jua"/>
              <a:buNone/>
              <a:defRPr sz="5200" b="0" i="0" u="none" strike="noStrike" cap="none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defRPr>
            </a:lvl9pPr>
          </a:lstStyle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WEBSITE QUẢN LÝ NHÂN SỰ CÔNG TY SẢN XUẤT BAO BÌ MANAPLASTIC 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TÍCH HỢP APP CHẤM CÔNG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6879D9-4B38-21E1-2A9C-DCC74AEFF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989" y="-183881"/>
            <a:ext cx="2613240" cy="2613240"/>
          </a:xfrm>
          <a:prstGeom prst="rect">
            <a:avLst/>
          </a:prstGeom>
        </p:spPr>
      </p:pic>
      <p:sp>
        <p:nvSpPr>
          <p:cNvPr id="4" name="Google Shape;941;p34">
            <a:extLst>
              <a:ext uri="{FF2B5EF4-FFF2-40B4-BE49-F238E27FC236}">
                <a16:creationId xmlns:a16="http://schemas.microsoft.com/office/drawing/2014/main" id="{EC1AE1EC-CAD6-B6E9-F694-17DE2C7A4AC1}"/>
              </a:ext>
            </a:extLst>
          </p:cNvPr>
          <p:cNvSpPr txBox="1">
            <a:spLocks/>
          </p:cNvSpPr>
          <p:nvPr/>
        </p:nvSpPr>
        <p:spPr>
          <a:xfrm>
            <a:off x="2853886" y="3379626"/>
            <a:ext cx="3426022" cy="64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16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just"/>
            <a:r>
              <a:rPr lang="en-US" dirty="0">
                <a:solidFill>
                  <a:srgbClr val="000000"/>
                </a:solidFill>
              </a:rPr>
              <a:t>GVHD: </a:t>
            </a:r>
            <a:r>
              <a:rPr lang="en-US" dirty="0" err="1">
                <a:solidFill>
                  <a:srgbClr val="000000"/>
                </a:solidFill>
              </a:rPr>
              <a:t>Ths</a:t>
            </a:r>
            <a:r>
              <a:rPr lang="en-US" dirty="0">
                <a:solidFill>
                  <a:srgbClr val="000000"/>
                </a:solidFill>
              </a:rPr>
              <a:t>. Nguyễn Minh Sang</a:t>
            </a:r>
          </a:p>
          <a:p>
            <a:pPr marL="0" indent="0" algn="just"/>
            <a:r>
              <a:rPr lang="en-US" dirty="0">
                <a:solidFill>
                  <a:srgbClr val="000000"/>
                </a:solidFill>
              </a:rPr>
              <a:t>Sinh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thực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hiện</a:t>
            </a:r>
            <a:r>
              <a:rPr lang="en-US" dirty="0">
                <a:solidFill>
                  <a:srgbClr val="000000"/>
                </a:solidFill>
              </a:rPr>
              <a:t>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B0C0E75-1A0B-F09D-64F7-0B84FE2F9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421" y="397007"/>
            <a:ext cx="1890525" cy="14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2B41B9-1D37-A579-6B6E-B0D2A6526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904" y="245269"/>
            <a:ext cx="2000547" cy="17338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1D24E4-7F50-4540-8D51-5CB1A400E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" y="1"/>
            <a:ext cx="2000547" cy="19178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E24500-7AE5-BF36-F180-90FB3D48B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5521" y="2774986"/>
            <a:ext cx="2000547" cy="20222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8A4A8C6-BCC4-9A3E-DCBC-580B6AA3F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" y="2764416"/>
            <a:ext cx="2152995" cy="214833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"/>
          <p:cNvSpPr/>
          <p:nvPr/>
        </p:nvSpPr>
        <p:spPr>
          <a:xfrm>
            <a:off x="160020" y="524761"/>
            <a:ext cx="8823960" cy="4394589"/>
          </a:xfrm>
          <a:prstGeom prst="roundRect">
            <a:avLst>
              <a:gd name="adj" fmla="val 2217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1" name="Google Shape;971;p35"/>
          <p:cNvSpPr txBox="1">
            <a:spLocks noGrp="1"/>
          </p:cNvSpPr>
          <p:nvPr>
            <p:ph type="title"/>
          </p:nvPr>
        </p:nvSpPr>
        <p:spPr>
          <a:xfrm>
            <a:off x="2434890" y="34428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LÝ DO CHỌN ĐỀ TÀI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8404E78-83E4-7F93-13C3-0FA2C679BE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1940" y="675104"/>
            <a:ext cx="870204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Trong kỷ nguyên số hóa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và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về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việc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cải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thiện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quy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trình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quản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lý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nhân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sự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Không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ít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những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công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ty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doanh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nghiệp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đ</a:t>
            </a: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ang đối mặt với những hạn chế của phương thức quản lý thủ công như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8FCC1-5373-ACC6-4FA8-24C8F643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70" y="1414221"/>
            <a:ext cx="2803793" cy="2803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7855F8-731B-E090-C877-37B762210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413" y="1709855"/>
            <a:ext cx="2678238" cy="22507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F87021-328E-9AAD-F2DA-1CF6D78D0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840" y="1760050"/>
            <a:ext cx="2112136" cy="2112136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B5B0DC20-9D2C-2830-49D8-E428B2E9D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166C3D0-F8DF-650C-B363-D2F81E7A2114}"/>
              </a:ext>
            </a:extLst>
          </p:cNvPr>
          <p:cNvSpPr txBox="1"/>
          <p:nvPr/>
        </p:nvSpPr>
        <p:spPr>
          <a:xfrm>
            <a:off x="160020" y="3783855"/>
            <a:ext cx="30825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2763" lvl="2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T</a:t>
            </a:r>
            <a:r>
              <a:rPr lang="vi-VN" altLang="en-US" sz="2000" dirty="0" err="1">
                <a:latin typeface="Arial" panose="020B0604020202020204" pitchFamily="34" charset="0"/>
              </a:rPr>
              <a:t>ốn</a:t>
            </a:r>
            <a:r>
              <a:rPr lang="vi-VN" altLang="en-US" sz="2000" dirty="0">
                <a:latin typeface="Arial" panose="020B0604020202020204" pitchFamily="34" charset="0"/>
              </a:rPr>
              <a:t> thời gian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xử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lý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giấy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tờ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thông</a:t>
            </a:r>
            <a:r>
              <a:rPr lang="en-US" altLang="en-US" sz="2000" dirty="0">
                <a:latin typeface="Arial" panose="020B0604020202020204" pitchFamily="34" charset="0"/>
              </a:rPr>
              <a:t> tin.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DC205A-7E76-83E8-7E94-F39613875A40}"/>
              </a:ext>
            </a:extLst>
          </p:cNvPr>
          <p:cNvSpPr txBox="1"/>
          <p:nvPr/>
        </p:nvSpPr>
        <p:spPr>
          <a:xfrm>
            <a:off x="2938401" y="3792268"/>
            <a:ext cx="30825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2763" lvl="2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D</a:t>
            </a:r>
            <a:r>
              <a:rPr lang="vi-VN" altLang="en-US" sz="2000" dirty="0">
                <a:latin typeface="Arial" panose="020B0604020202020204" pitchFamily="34" charset="0"/>
              </a:rPr>
              <a:t>ữ liệu phân tán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thiếu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minh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bạch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BC9B4-1A3D-32C5-1B0A-0551DCE12D9B}"/>
              </a:ext>
            </a:extLst>
          </p:cNvPr>
          <p:cNvSpPr txBox="1"/>
          <p:nvPr/>
        </p:nvSpPr>
        <p:spPr>
          <a:xfrm>
            <a:off x="5599601" y="3773180"/>
            <a:ext cx="30825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2763" lvl="2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R</a:t>
            </a:r>
            <a:r>
              <a:rPr lang="vi-VN" altLang="en-US" sz="2000" dirty="0">
                <a:latin typeface="Arial" panose="020B0604020202020204" pitchFamily="34" charset="0"/>
              </a:rPr>
              <a:t>ủi ro sai sót cao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gây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giảm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sự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uy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tín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kết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nối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đến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nhân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sự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" grpId="0" animBg="1"/>
      <p:bldP spid="971" grpId="0"/>
      <p:bldP spid="2" grpId="0" build="p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0C3DEFB0-841B-EBD1-6F5B-5AB24CEF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">
            <a:extLst>
              <a:ext uri="{FF2B5EF4-FFF2-40B4-BE49-F238E27FC236}">
                <a16:creationId xmlns:a16="http://schemas.microsoft.com/office/drawing/2014/main" id="{6C3FB59F-0587-D366-8360-E29A9AADA068}"/>
              </a:ext>
            </a:extLst>
          </p:cNvPr>
          <p:cNvSpPr/>
          <p:nvPr/>
        </p:nvSpPr>
        <p:spPr>
          <a:xfrm>
            <a:off x="160020" y="523011"/>
            <a:ext cx="8823960" cy="4394589"/>
          </a:xfrm>
          <a:prstGeom prst="roundRect">
            <a:avLst>
              <a:gd name="adj" fmla="val 2217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2C701E77-6CD9-82E7-81E2-FA2ED71971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4890" y="34428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MỤC TIÊU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D542E93-290D-0044-34BD-D09731B273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0618" y="624018"/>
            <a:ext cx="83627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Số hóa và quản lý tập trung dữ liệu nhân sự: Hồ sơ, hợp đồng, chấm công từ máy chấm công.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Giao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diện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thân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thiện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dễ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sử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dụng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với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mọi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loại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lao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động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Tự động hóa chấm công – tính lương: Tính lương chính xác theo chính sách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quy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định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từ</a:t>
            </a: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công ty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và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chấm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công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theo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lịch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làm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việc</a:t>
            </a: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Quy trình đơn từ – nghỉ phép trực tuyến: Gửi và phê duyệt nhanh, minh bạch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tạo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hợp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đồng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mẫu</a:t>
            </a: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vi-V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Báo cáo và phân quyền bảo mật: Hỗ trợ quản lý, đảm bảo an toàn dữ liệu theo vai trò.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D96A22-44B2-1533-7DD6-84A331638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39" y="3380836"/>
            <a:ext cx="2050794" cy="16422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C117EF-E300-C409-8ACB-3D3A23F33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217" y="3275331"/>
            <a:ext cx="2627630" cy="1642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D7AD0B-4578-315E-0182-6F9C9C141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445" y="3131960"/>
            <a:ext cx="2705100" cy="1685925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B285FDFF-8864-F159-395A-931CA8808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8363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" grpId="0" animBg="1"/>
      <p:bldP spid="971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06A03D79-8C2B-3812-0B82-25D386F6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9375E59A-17C6-5B80-7378-08AECA2A80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6345" y="71316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CÔNG NGHỆ SỬ DỤNG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6D7465-7ABA-B1E0-838C-489F90C64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969;p35">
            <a:extLst>
              <a:ext uri="{FF2B5EF4-FFF2-40B4-BE49-F238E27FC236}">
                <a16:creationId xmlns:a16="http://schemas.microsoft.com/office/drawing/2014/main" id="{EEDA2532-E601-2776-83E8-B89091EA9B3F}"/>
              </a:ext>
            </a:extLst>
          </p:cNvPr>
          <p:cNvSpPr/>
          <p:nvPr/>
        </p:nvSpPr>
        <p:spPr>
          <a:xfrm>
            <a:off x="692933" y="898088"/>
            <a:ext cx="1540214" cy="332353"/>
          </a:xfrm>
          <a:prstGeom prst="roundRect">
            <a:avLst>
              <a:gd name="adj" fmla="val 963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BACKEND</a:t>
            </a:r>
            <a:endParaRPr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DB0ABF-781C-5BCA-6C34-047567E5334D}"/>
              </a:ext>
            </a:extLst>
          </p:cNvPr>
          <p:cNvGrpSpPr/>
          <p:nvPr/>
        </p:nvGrpSpPr>
        <p:grpSpPr>
          <a:xfrm>
            <a:off x="337407" y="1313821"/>
            <a:ext cx="2231399" cy="3380779"/>
            <a:chOff x="114129" y="845386"/>
            <a:chExt cx="2231399" cy="3380779"/>
          </a:xfrm>
        </p:grpSpPr>
        <p:sp>
          <p:nvSpPr>
            <p:cNvPr id="969" name="Google Shape;969;p35">
              <a:extLst>
                <a:ext uri="{FF2B5EF4-FFF2-40B4-BE49-F238E27FC236}">
                  <a16:creationId xmlns:a16="http://schemas.microsoft.com/office/drawing/2014/main" id="{47E429B0-44DA-9CCE-CB09-19DC4A873007}"/>
                </a:ext>
              </a:extLst>
            </p:cNvPr>
            <p:cNvSpPr/>
            <p:nvPr/>
          </p:nvSpPr>
          <p:spPr>
            <a:xfrm>
              <a:off x="114130" y="845386"/>
              <a:ext cx="2231398" cy="3380779"/>
            </a:xfrm>
            <a:prstGeom prst="roundRect">
              <a:avLst>
                <a:gd name="adj" fmla="val 963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C1959D5-5EBF-A97B-B44C-FAC3E17DD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129" y="917335"/>
              <a:ext cx="1106420" cy="1106420"/>
            </a:xfrm>
            <a:prstGeom prst="rect">
              <a:avLst/>
            </a:prstGeom>
          </p:spPr>
        </p:pic>
        <p:pic>
          <p:nvPicPr>
            <p:cNvPr id="13316" name="Picture 4" descr="Spring Boot] Dựng app CRUD đơn giản bằng Spring Boot + Thymeleaf trên  Intelij">
              <a:extLst>
                <a:ext uri="{FF2B5EF4-FFF2-40B4-BE49-F238E27FC236}">
                  <a16:creationId xmlns:a16="http://schemas.microsoft.com/office/drawing/2014/main" id="{598ED3BC-6A0D-5FA2-10B7-2144CE39A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2099" y="1114753"/>
              <a:ext cx="683267" cy="669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911DE7E-56BD-EC4E-709F-008D457BE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6658" y="3232121"/>
              <a:ext cx="2106342" cy="89643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70DD97C-017D-C3E5-7A33-C7208461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51973" y="2017776"/>
              <a:ext cx="1049939" cy="98205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AFF625C-18D1-527F-842D-E3F5E115F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1228" y="2817003"/>
              <a:ext cx="1578641" cy="884039"/>
            </a:xfrm>
            <a:prstGeom prst="rect">
              <a:avLst/>
            </a:prstGeom>
          </p:spPr>
        </p:pic>
        <p:pic>
          <p:nvPicPr>
            <p:cNvPr id="13318" name="Picture 6" descr="Flutter - PiraGo Blog">
              <a:extLst>
                <a:ext uri="{FF2B5EF4-FFF2-40B4-BE49-F238E27FC236}">
                  <a16:creationId xmlns:a16="http://schemas.microsoft.com/office/drawing/2014/main" id="{50BC4FFF-1A13-9641-75BA-28BA720B5D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942" y="2111509"/>
              <a:ext cx="794591" cy="794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Google Shape;969;p35">
            <a:extLst>
              <a:ext uri="{FF2B5EF4-FFF2-40B4-BE49-F238E27FC236}">
                <a16:creationId xmlns:a16="http://schemas.microsoft.com/office/drawing/2014/main" id="{C04B2030-B669-FF0D-0B6B-8AD4E1A47E59}"/>
              </a:ext>
            </a:extLst>
          </p:cNvPr>
          <p:cNvSpPr/>
          <p:nvPr/>
        </p:nvSpPr>
        <p:spPr>
          <a:xfrm>
            <a:off x="3125070" y="876771"/>
            <a:ext cx="1540214" cy="332353"/>
          </a:xfrm>
          <a:prstGeom prst="roundRect">
            <a:avLst>
              <a:gd name="adj" fmla="val 963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FRONTEND</a:t>
            </a:r>
            <a:endParaRPr sz="18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89B4705-8ED4-8A96-882D-8F94DA5CC23F}"/>
              </a:ext>
            </a:extLst>
          </p:cNvPr>
          <p:cNvGrpSpPr/>
          <p:nvPr/>
        </p:nvGrpSpPr>
        <p:grpSpPr>
          <a:xfrm>
            <a:off x="2479208" y="1313821"/>
            <a:ext cx="2508026" cy="3380779"/>
            <a:chOff x="2245834" y="1322371"/>
            <a:chExt cx="2508026" cy="3380779"/>
          </a:xfrm>
        </p:grpSpPr>
        <p:sp>
          <p:nvSpPr>
            <p:cNvPr id="17" name="Google Shape;969;p35">
              <a:extLst>
                <a:ext uri="{FF2B5EF4-FFF2-40B4-BE49-F238E27FC236}">
                  <a16:creationId xmlns:a16="http://schemas.microsoft.com/office/drawing/2014/main" id="{F772FB78-A80C-C0FC-EB67-F31A95317AA6}"/>
                </a:ext>
              </a:extLst>
            </p:cNvPr>
            <p:cNvSpPr/>
            <p:nvPr/>
          </p:nvSpPr>
          <p:spPr>
            <a:xfrm>
              <a:off x="2522462" y="1322371"/>
              <a:ext cx="2231398" cy="3380779"/>
            </a:xfrm>
            <a:prstGeom prst="roundRect">
              <a:avLst>
                <a:gd name="adj" fmla="val 963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47EF769-7872-BD23-FCA9-C625B665D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45834" y="1396419"/>
              <a:ext cx="2040411" cy="107203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ADE3DF4-B150-5749-E0B9-D7B411914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26205" r="38446" b="41217"/>
            <a:stretch>
              <a:fillRect/>
            </a:stretch>
          </p:blipFill>
          <p:spPr>
            <a:xfrm>
              <a:off x="3765029" y="1410891"/>
              <a:ext cx="734400" cy="74799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37F851D-46E1-9A84-EB97-EC4C3B85B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13146" y="2503807"/>
              <a:ext cx="963033" cy="835162"/>
            </a:xfrm>
            <a:prstGeom prst="rect">
              <a:avLst/>
            </a:prstGeom>
          </p:spPr>
        </p:pic>
        <p:pic>
          <p:nvPicPr>
            <p:cNvPr id="13326" name="Picture 14" descr="Bootstrap · The most popular HTML, CSS, and JS library in the world.">
              <a:extLst>
                <a:ext uri="{FF2B5EF4-FFF2-40B4-BE49-F238E27FC236}">
                  <a16:creationId xmlns:a16="http://schemas.microsoft.com/office/drawing/2014/main" id="{CB4DDDAD-99AA-9B8B-3A04-AEBAE035E1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6599" y="2579944"/>
              <a:ext cx="885204" cy="743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0" name="Picture 18" descr="What is Node.js and how does it differ from a browser | by Joao Santos |  The Startup | Medium">
              <a:extLst>
                <a:ext uri="{FF2B5EF4-FFF2-40B4-BE49-F238E27FC236}">
                  <a16:creationId xmlns:a16="http://schemas.microsoft.com/office/drawing/2014/main" id="{0E052E63-A3A5-1BA7-8D5F-4558A664D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9402" y="3499769"/>
              <a:ext cx="1730027" cy="105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" name="Google Shape;969;p35">
            <a:extLst>
              <a:ext uri="{FF2B5EF4-FFF2-40B4-BE49-F238E27FC236}">
                <a16:creationId xmlns:a16="http://schemas.microsoft.com/office/drawing/2014/main" id="{18A4CBD7-67D5-D7BA-38CA-5F1D73D08E49}"/>
              </a:ext>
            </a:extLst>
          </p:cNvPr>
          <p:cNvSpPr/>
          <p:nvPr/>
        </p:nvSpPr>
        <p:spPr>
          <a:xfrm>
            <a:off x="5236066" y="855558"/>
            <a:ext cx="2893970" cy="332353"/>
          </a:xfrm>
          <a:prstGeom prst="roundRect">
            <a:avLst>
              <a:gd name="adj" fmla="val 963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DATABASE &amp; Third-Party</a:t>
            </a:r>
            <a:endParaRPr sz="18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D3F7BB1-04A9-7D3F-E3D0-7A5FD57490B1}"/>
              </a:ext>
            </a:extLst>
          </p:cNvPr>
          <p:cNvGrpSpPr/>
          <p:nvPr/>
        </p:nvGrpSpPr>
        <p:grpSpPr>
          <a:xfrm>
            <a:off x="5102266" y="1028270"/>
            <a:ext cx="3094052" cy="3639357"/>
            <a:chOff x="5102266" y="1028270"/>
            <a:chExt cx="3094052" cy="3639357"/>
          </a:xfrm>
        </p:grpSpPr>
        <p:sp>
          <p:nvSpPr>
            <p:cNvPr id="42" name="Google Shape;969;p35">
              <a:extLst>
                <a:ext uri="{FF2B5EF4-FFF2-40B4-BE49-F238E27FC236}">
                  <a16:creationId xmlns:a16="http://schemas.microsoft.com/office/drawing/2014/main" id="{67930B03-5AE6-DE98-F346-6CE4DC76FEEE}"/>
                </a:ext>
              </a:extLst>
            </p:cNvPr>
            <p:cNvSpPr/>
            <p:nvPr/>
          </p:nvSpPr>
          <p:spPr>
            <a:xfrm>
              <a:off x="5169785" y="1286848"/>
              <a:ext cx="3026533" cy="3380779"/>
            </a:xfrm>
            <a:prstGeom prst="roundRect">
              <a:avLst>
                <a:gd name="adj" fmla="val 963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3332" name="Picture 20" descr="MySQL Database Consulting, Deployment and Managed Support Services">
              <a:extLst>
                <a:ext uri="{FF2B5EF4-FFF2-40B4-BE49-F238E27FC236}">
                  <a16:creationId xmlns:a16="http://schemas.microsoft.com/office/drawing/2014/main" id="{B1FA98FC-F20F-7B22-1B20-BFA308D797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2266" y="1028270"/>
              <a:ext cx="1422179" cy="14221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6" name="Picture 24">
              <a:extLst>
                <a:ext uri="{FF2B5EF4-FFF2-40B4-BE49-F238E27FC236}">
                  <a16:creationId xmlns:a16="http://schemas.microsoft.com/office/drawing/2014/main" id="{4D8216E9-E680-D255-6C4D-FA475F1BAA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4445" y="1382563"/>
              <a:ext cx="705687" cy="705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338C3CC1-33C4-2B84-D0BE-6CB2BD268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213598" y="1328132"/>
              <a:ext cx="916438" cy="916438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7A5B4A2-D16A-DFFC-E903-EBE709D51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665611" y="2027188"/>
              <a:ext cx="2082769" cy="951919"/>
            </a:xfrm>
            <a:prstGeom prst="rect">
              <a:avLst/>
            </a:prstGeom>
          </p:spPr>
        </p:pic>
        <p:pic>
          <p:nvPicPr>
            <p:cNvPr id="13340" name="Picture 28" descr="Configuring Your GitHub Account - Pythia Foundations">
              <a:extLst>
                <a:ext uri="{FF2B5EF4-FFF2-40B4-BE49-F238E27FC236}">
                  <a16:creationId xmlns:a16="http://schemas.microsoft.com/office/drawing/2014/main" id="{BCF8DA3C-EFB8-03DD-5049-BE4AB1E88B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438" y="3086284"/>
              <a:ext cx="1300097" cy="7313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42" name="Picture 30" descr="What is Docker ? How to use it ? - NashTech Blog">
              <a:extLst>
                <a:ext uri="{FF2B5EF4-FFF2-40B4-BE49-F238E27FC236}">
                  <a16:creationId xmlns:a16="http://schemas.microsoft.com/office/drawing/2014/main" id="{73D0F5C7-B2F0-EC27-4155-2832A31359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8586" y="2943097"/>
              <a:ext cx="1692345" cy="951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44" name="Picture 32" descr="Gmail - Wikipedia">
              <a:extLst>
                <a:ext uri="{FF2B5EF4-FFF2-40B4-BE49-F238E27FC236}">
                  <a16:creationId xmlns:a16="http://schemas.microsoft.com/office/drawing/2014/main" id="{1F1B2FE0-0287-519E-BD23-A5246769D6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0174" y="3993978"/>
              <a:ext cx="628541" cy="471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025927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" grpId="0"/>
      <p:bldP spid="13" grpId="0" animBg="1"/>
      <p:bldP spid="15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38A67C91-3DE0-DAF2-E970-699CFBB4D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">
            <a:extLst>
              <a:ext uri="{FF2B5EF4-FFF2-40B4-BE49-F238E27FC236}">
                <a16:creationId xmlns:a16="http://schemas.microsoft.com/office/drawing/2014/main" id="{8DC83946-1D70-6066-B89A-81103EF8BEA8}"/>
              </a:ext>
            </a:extLst>
          </p:cNvPr>
          <p:cNvSpPr/>
          <p:nvPr/>
        </p:nvSpPr>
        <p:spPr>
          <a:xfrm>
            <a:off x="91099" y="579566"/>
            <a:ext cx="8961802" cy="4205024"/>
          </a:xfrm>
          <a:prstGeom prst="roundRect">
            <a:avLst>
              <a:gd name="adj" fmla="val 963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C6E1E81E-9942-B795-3CBE-7158764AA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6345" y="71316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CÁC CHỨC NĂNG CHÍNH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CCA652E-3A1B-E413-EA9A-B55D474841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1099" y="593616"/>
            <a:ext cx="896180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Quản lý thông tin và tài khoản nhân sự: </a:t>
            </a:r>
            <a:r>
              <a:rPr lang="vi-VN" sz="1800" dirty="0">
                <a:solidFill>
                  <a:srgbClr val="000000"/>
                </a:solidFill>
              </a:rPr>
              <a:t>Lưu trữ hồ sơ, hợp đồng, phân quyền theo vai trò (</a:t>
            </a:r>
            <a:r>
              <a:rPr lang="vi-VN" sz="1800" dirty="0" err="1">
                <a:solidFill>
                  <a:srgbClr val="000000"/>
                </a:solidFill>
              </a:rPr>
              <a:t>Admin</a:t>
            </a:r>
            <a:r>
              <a:rPr lang="vi-VN" sz="1800" dirty="0">
                <a:solidFill>
                  <a:srgbClr val="000000"/>
                </a:solidFill>
              </a:rPr>
              <a:t>, HR, Quản lý, Nhân viên).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Quản lý và tự động hóa chấm công: </a:t>
            </a:r>
            <a:r>
              <a:rPr lang="vi-VN" sz="1800" dirty="0">
                <a:solidFill>
                  <a:srgbClr val="000000"/>
                </a:solidFill>
              </a:rPr>
              <a:t>Nhận dữ liệu từ máy chấm công, quản lý ca làm, xử lý yêu cầu bổ sung chấm công.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Tự động tính lương và quản lý thu nhập: </a:t>
            </a:r>
            <a:r>
              <a:rPr lang="vi-VN" sz="1800" dirty="0">
                <a:solidFill>
                  <a:srgbClr val="000000"/>
                </a:solidFill>
              </a:rPr>
              <a:t>Tính lương theo công thức, phụ cấp, tăng ca, BHXH; cho phép tra cứu bảng lương.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Quản lý đơn từ và nghỉ phép trực tuyến: </a:t>
            </a:r>
            <a:r>
              <a:rPr lang="vi-VN" sz="1800" dirty="0">
                <a:solidFill>
                  <a:srgbClr val="000000"/>
                </a:solidFill>
              </a:rPr>
              <a:t>Gửi – duyệt – theo dõi trạng thái đơn nghỉ phép, nghỉ việc.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Báo cáo và thống kê nhân sự: </a:t>
            </a:r>
            <a:r>
              <a:rPr lang="vi-VN" sz="1800" dirty="0">
                <a:solidFill>
                  <a:srgbClr val="000000"/>
                </a:solidFill>
              </a:rPr>
              <a:t>Xuất báo cáo chấm công, lương, hợp đồng phục vụ quản lý và lãnh đạo.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Thông báo và nhắc việc tự động: </a:t>
            </a:r>
            <a:r>
              <a:rPr lang="vi-VN" sz="1800" dirty="0">
                <a:solidFill>
                  <a:srgbClr val="000000"/>
                </a:solidFill>
              </a:rPr>
              <a:t>Gửi </a:t>
            </a:r>
            <a:r>
              <a:rPr lang="vi-VN" sz="1800" dirty="0" err="1">
                <a:solidFill>
                  <a:srgbClr val="000000"/>
                </a:solidFill>
              </a:rPr>
              <a:t>email</a:t>
            </a:r>
            <a:r>
              <a:rPr lang="vi-VN" sz="1800" dirty="0">
                <a:solidFill>
                  <a:srgbClr val="000000"/>
                </a:solidFill>
              </a:rPr>
              <a:t> bảng lương, thông báo đơn từ, nhắc hết hạn hợp đồng, OTP khôi phục mật khẩu.</a:t>
            </a:r>
            <a:endParaRPr lang="en-US" sz="1800" dirty="0">
              <a:solidFill>
                <a:srgbClr val="000000"/>
              </a:solidFill>
            </a:endParaRPr>
          </a:p>
          <a:p>
            <a:pPr marL="400050" indent="-285750" algn="just">
              <a:buClrTx/>
              <a:buFont typeface="Roboto" panose="02000000000000000000" pitchFamily="2" charset="0"/>
              <a:buChar char="−"/>
            </a:pPr>
            <a:r>
              <a:rPr lang="vi-VN" sz="1800" b="1" dirty="0">
                <a:solidFill>
                  <a:srgbClr val="000000"/>
                </a:solidFill>
              </a:rPr>
              <a:t>Đảm bảo an toàn và bảo mật hệ thống: </a:t>
            </a:r>
            <a:r>
              <a:rPr lang="vi-VN" sz="1800" dirty="0">
                <a:solidFill>
                  <a:srgbClr val="000000"/>
                </a:solidFill>
              </a:rPr>
              <a:t>Xác thực người dùng, phân quyền truy cập, ghi nhận lịch sử thao tác.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55CFC-BC73-2975-D885-9596D55BC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533" y="3933373"/>
            <a:ext cx="1359467" cy="135946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8711126-865E-068F-5457-F310FC884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4778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" grpId="0" animBg="1"/>
      <p:bldP spid="971" grpId="0"/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B4DAACA9-EDF0-10B1-05BA-4C1F6B4A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E0B7E8B8-4F85-26DE-1B09-84D678873D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6345" y="71316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QUY TRÌNH CHÍNH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933F88-B586-9C5D-FFBA-9D62D8C8E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Chevron 4">
            <a:extLst>
              <a:ext uri="{FF2B5EF4-FFF2-40B4-BE49-F238E27FC236}">
                <a16:creationId xmlns:a16="http://schemas.microsoft.com/office/drawing/2014/main" id="{9828542B-4E95-9437-33DE-97D5AA5E8EE9}"/>
              </a:ext>
            </a:extLst>
          </p:cNvPr>
          <p:cNvSpPr/>
          <p:nvPr/>
        </p:nvSpPr>
        <p:spPr>
          <a:xfrm>
            <a:off x="1292101" y="708146"/>
            <a:ext cx="1683679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HR </a:t>
            </a:r>
            <a:r>
              <a:rPr lang="en-US" dirty="0" err="1">
                <a:solidFill>
                  <a:srgbClr val="000000"/>
                </a:solidFill>
              </a:rPr>
              <a:t>tạo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hợp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đồng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mới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in </a:t>
            </a:r>
            <a:r>
              <a:rPr lang="en-US" dirty="0" err="1">
                <a:solidFill>
                  <a:srgbClr val="000000"/>
                </a:solidFill>
              </a:rPr>
              <a:t>hợp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đồng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CDAA5-BE39-20A8-68B5-5FCE230DD6C7}"/>
              </a:ext>
            </a:extLst>
          </p:cNvPr>
          <p:cNvSpPr txBox="1"/>
          <p:nvPr/>
        </p:nvSpPr>
        <p:spPr>
          <a:xfrm>
            <a:off x="132306" y="811611"/>
            <a:ext cx="1214879" cy="715089"/>
          </a:xfrm>
          <a:prstGeom prst="flowChartAlternateProcess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Quản </a:t>
            </a:r>
            <a:r>
              <a:rPr lang="en-US" sz="1200" b="1" dirty="0" err="1"/>
              <a:t>lý</a:t>
            </a:r>
            <a:r>
              <a:rPr lang="en-US" sz="1200" b="1" dirty="0"/>
              <a:t> </a:t>
            </a:r>
            <a:r>
              <a:rPr lang="en-US" sz="1200" b="1" dirty="0" err="1"/>
              <a:t>hợp</a:t>
            </a:r>
            <a:r>
              <a:rPr lang="en-US" sz="1200" b="1" dirty="0"/>
              <a:t> </a:t>
            </a:r>
            <a:r>
              <a:rPr lang="en-US" sz="1200" b="1" dirty="0" err="1"/>
              <a:t>đồng</a:t>
            </a:r>
            <a:r>
              <a:rPr lang="en-US" sz="1200" b="1" dirty="0"/>
              <a:t> &amp; </a:t>
            </a:r>
            <a:r>
              <a:rPr lang="en-US" sz="1200" b="1" dirty="0" err="1"/>
              <a:t>khởi</a:t>
            </a:r>
            <a:r>
              <a:rPr lang="en-US" sz="1200" b="1" dirty="0"/>
              <a:t> </a:t>
            </a:r>
            <a:r>
              <a:rPr lang="en-US" sz="1200" b="1" dirty="0" err="1"/>
              <a:t>tạo</a:t>
            </a:r>
            <a:r>
              <a:rPr lang="en-US" sz="1200" b="1" dirty="0"/>
              <a:t> </a:t>
            </a:r>
            <a:r>
              <a:rPr lang="en-US" sz="1200" b="1" dirty="0" err="1"/>
              <a:t>tài</a:t>
            </a:r>
            <a:r>
              <a:rPr lang="en-US" sz="1200" b="1" dirty="0"/>
              <a:t> </a:t>
            </a:r>
            <a:r>
              <a:rPr lang="en-US" sz="1200" b="1" dirty="0" err="1"/>
              <a:t>khoản</a:t>
            </a:r>
            <a:endParaRPr lang="en-US" sz="1200" b="1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7F9B9B75-72B1-73C5-5D6C-DAE13EC9817C}"/>
              </a:ext>
            </a:extLst>
          </p:cNvPr>
          <p:cNvSpPr/>
          <p:nvPr/>
        </p:nvSpPr>
        <p:spPr>
          <a:xfrm>
            <a:off x="2800861" y="708146"/>
            <a:ext cx="1683679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Tra </a:t>
            </a:r>
            <a:r>
              <a:rPr lang="en-US" dirty="0" err="1">
                <a:solidFill>
                  <a:srgbClr val="000000"/>
                </a:solidFill>
              </a:rPr>
              <a:t>cứu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upload </a:t>
            </a:r>
            <a:r>
              <a:rPr lang="en-US" dirty="0" err="1">
                <a:solidFill>
                  <a:srgbClr val="000000"/>
                </a:solidFill>
              </a:rPr>
              <a:t>bản</a:t>
            </a:r>
            <a:r>
              <a:rPr lang="en-US" dirty="0">
                <a:solidFill>
                  <a:srgbClr val="000000"/>
                </a:solidFill>
              </a:rPr>
              <a:t> scan </a:t>
            </a:r>
            <a:r>
              <a:rPr lang="en-US" dirty="0" err="1">
                <a:solidFill>
                  <a:srgbClr val="000000"/>
                </a:solidFill>
              </a:rPr>
              <a:t>hợp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đồng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ký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C6FAD392-A737-3085-ADA2-C25A05A0ED80}"/>
              </a:ext>
            </a:extLst>
          </p:cNvPr>
          <p:cNvSpPr/>
          <p:nvPr/>
        </p:nvSpPr>
        <p:spPr>
          <a:xfrm>
            <a:off x="4309621" y="708146"/>
            <a:ext cx="2091179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Hệ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thống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kích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hoạt</a:t>
            </a:r>
            <a:r>
              <a:rPr lang="en-US" dirty="0">
                <a:solidFill>
                  <a:srgbClr val="000000"/>
                </a:solidFill>
              </a:rPr>
              <a:t> &amp; </a:t>
            </a:r>
            <a:r>
              <a:rPr lang="en-US" dirty="0" err="1">
                <a:solidFill>
                  <a:srgbClr val="000000"/>
                </a:solidFill>
              </a:rPr>
              <a:t>gửi</a:t>
            </a:r>
            <a:r>
              <a:rPr lang="en-US" dirty="0">
                <a:solidFill>
                  <a:srgbClr val="000000"/>
                </a:solidFill>
              </a:rPr>
              <a:t> email </a:t>
            </a:r>
            <a:r>
              <a:rPr lang="en-US" dirty="0" err="1">
                <a:solidFill>
                  <a:srgbClr val="000000"/>
                </a:solidFill>
              </a:rPr>
              <a:t>tự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động</a:t>
            </a:r>
            <a:r>
              <a:rPr lang="en-US" dirty="0">
                <a:solidFill>
                  <a:srgbClr val="000000"/>
                </a:solidFill>
              </a:rPr>
              <a:t> (</a:t>
            </a:r>
            <a:r>
              <a:rPr lang="en-US" dirty="0" err="1">
                <a:solidFill>
                  <a:srgbClr val="000000"/>
                </a:solidFill>
              </a:rPr>
              <a:t>pass,username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3DAE6EA-0384-A7B2-BA08-23E4EF2AF309}"/>
              </a:ext>
            </a:extLst>
          </p:cNvPr>
          <p:cNvSpPr/>
          <p:nvPr/>
        </p:nvSpPr>
        <p:spPr>
          <a:xfrm>
            <a:off x="6220688" y="708146"/>
            <a:ext cx="1513954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đăng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nhập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đổi</a:t>
            </a:r>
            <a:r>
              <a:rPr lang="en-US" dirty="0">
                <a:solidFill>
                  <a:srgbClr val="000000"/>
                </a:solidFill>
              </a:rPr>
              <a:t> pass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6E28431-F6DD-2DB4-6871-ED331EF3C5B3}"/>
              </a:ext>
            </a:extLst>
          </p:cNvPr>
          <p:cNvSpPr/>
          <p:nvPr/>
        </p:nvSpPr>
        <p:spPr>
          <a:xfrm>
            <a:off x="7560595" y="708146"/>
            <a:ext cx="1513954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Cập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nhật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thông</a:t>
            </a:r>
            <a:r>
              <a:rPr lang="en-US" dirty="0">
                <a:solidFill>
                  <a:srgbClr val="000000"/>
                </a:solidFill>
              </a:rPr>
              <a:t> tin </a:t>
            </a:r>
            <a:r>
              <a:rPr lang="en-US" dirty="0" err="1">
                <a:solidFill>
                  <a:srgbClr val="000000"/>
                </a:solidFill>
              </a:rPr>
              <a:t>cá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nhân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D33DB-8B95-8B26-AD70-55F341B73A15}"/>
              </a:ext>
            </a:extLst>
          </p:cNvPr>
          <p:cNvSpPr txBox="1"/>
          <p:nvPr/>
        </p:nvSpPr>
        <p:spPr>
          <a:xfrm>
            <a:off x="162786" y="1856661"/>
            <a:ext cx="1159796" cy="715089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Quản </a:t>
            </a:r>
            <a:r>
              <a:rPr lang="en-US" sz="1200" b="1" dirty="0" err="1"/>
              <a:t>lý</a:t>
            </a:r>
            <a:r>
              <a:rPr lang="en-US" sz="1200" b="1" dirty="0"/>
              <a:t> </a:t>
            </a:r>
            <a:r>
              <a:rPr lang="en-US" sz="1200" b="1" dirty="0" err="1"/>
              <a:t>lịch</a:t>
            </a:r>
            <a:r>
              <a:rPr lang="en-US" sz="1200" b="1" dirty="0"/>
              <a:t> </a:t>
            </a:r>
            <a:r>
              <a:rPr lang="en-US" sz="1200" b="1" dirty="0" err="1"/>
              <a:t>làm</a:t>
            </a:r>
            <a:r>
              <a:rPr lang="en-US" sz="1200" b="1" dirty="0"/>
              <a:t> </a:t>
            </a:r>
            <a:r>
              <a:rPr lang="en-US" sz="1200" b="1" dirty="0" err="1"/>
              <a:t>việc</a:t>
            </a:r>
            <a:r>
              <a:rPr lang="en-US" sz="1200" b="1" dirty="0"/>
              <a:t> &amp; </a:t>
            </a:r>
            <a:r>
              <a:rPr lang="en-US" sz="1200" b="1" dirty="0" err="1"/>
              <a:t>nghỉ</a:t>
            </a:r>
            <a:r>
              <a:rPr lang="en-US" sz="1200" b="1" dirty="0"/>
              <a:t> </a:t>
            </a:r>
            <a:r>
              <a:rPr lang="en-US" sz="1200" b="1" dirty="0" err="1"/>
              <a:t>phép</a:t>
            </a:r>
            <a:endParaRPr lang="en-US" sz="1200" b="1" dirty="0"/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FE2608A-4DBE-3BAB-1DCC-975A788BFDC4}"/>
              </a:ext>
            </a:extLst>
          </p:cNvPr>
          <p:cNvSpPr/>
          <p:nvPr/>
        </p:nvSpPr>
        <p:spPr>
          <a:xfrm>
            <a:off x="1378146" y="1733631"/>
            <a:ext cx="1728250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QL </a:t>
            </a:r>
            <a:r>
              <a:rPr lang="en-US" dirty="0" err="1">
                <a:solidFill>
                  <a:srgbClr val="000000"/>
                </a:solidFill>
              </a:rPr>
              <a:t>xếp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lịch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làm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việc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mới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A9FCC1AF-C1BB-D2A7-A6CB-CDF0997FD56D}"/>
              </a:ext>
            </a:extLst>
          </p:cNvPr>
          <p:cNvSpPr/>
          <p:nvPr/>
        </p:nvSpPr>
        <p:spPr>
          <a:xfrm>
            <a:off x="2947526" y="1733631"/>
            <a:ext cx="1866900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thực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hiện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chấm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công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hàng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ngày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D5325A7-0A76-C2D2-3DEF-50C5F561894D}"/>
              </a:ext>
            </a:extLst>
          </p:cNvPr>
          <p:cNvSpPr/>
          <p:nvPr/>
        </p:nvSpPr>
        <p:spPr>
          <a:xfrm>
            <a:off x="4639900" y="1731012"/>
            <a:ext cx="1684359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NV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dữ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liệu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chấm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công</a:t>
            </a:r>
            <a:r>
              <a:rPr lang="en-US" dirty="0">
                <a:solidFill>
                  <a:srgbClr val="000000"/>
                </a:solidFill>
              </a:rPr>
              <a:t> &amp; </a:t>
            </a:r>
            <a:r>
              <a:rPr lang="en-US" dirty="0" err="1">
                <a:solidFill>
                  <a:srgbClr val="000000"/>
                </a:solidFill>
              </a:rPr>
              <a:t>lịch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làm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việc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C67F63FD-E226-EA77-7374-76538B9D619C}"/>
              </a:ext>
            </a:extLst>
          </p:cNvPr>
          <p:cNvSpPr/>
          <p:nvPr/>
        </p:nvSpPr>
        <p:spPr>
          <a:xfrm>
            <a:off x="6153303" y="1731012"/>
            <a:ext cx="1316449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NV </a:t>
            </a:r>
            <a:r>
              <a:rPr lang="en-US" dirty="0" err="1">
                <a:solidFill>
                  <a:srgbClr val="000000"/>
                </a:solidFill>
              </a:rPr>
              <a:t>đăng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ký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nghỉ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phép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CF7203AD-A4F6-4A7F-B5B0-08A57F6545A1}"/>
              </a:ext>
            </a:extLst>
          </p:cNvPr>
          <p:cNvSpPr/>
          <p:nvPr/>
        </p:nvSpPr>
        <p:spPr>
          <a:xfrm>
            <a:off x="7302847" y="1731012"/>
            <a:ext cx="1513954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QL </a:t>
            </a:r>
            <a:r>
              <a:rPr lang="en-US" dirty="0" err="1">
                <a:solidFill>
                  <a:srgbClr val="000000"/>
                </a:solidFill>
              </a:rPr>
              <a:t>duyệt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đơn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mail </a:t>
            </a:r>
            <a:r>
              <a:rPr lang="en-US" dirty="0" err="1">
                <a:solidFill>
                  <a:srgbClr val="000000"/>
                </a:solidFill>
              </a:rPr>
              <a:t>thông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báo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BD87FF-BAFE-80C2-2DC5-D3F156F50EE7}"/>
              </a:ext>
            </a:extLst>
          </p:cNvPr>
          <p:cNvSpPr txBox="1"/>
          <p:nvPr/>
        </p:nvSpPr>
        <p:spPr>
          <a:xfrm>
            <a:off x="162786" y="2918656"/>
            <a:ext cx="1109754" cy="510778"/>
          </a:xfrm>
          <a:prstGeom prst="flowChartAlternateProcess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/>
              <a:t>Xử</a:t>
            </a:r>
            <a:r>
              <a:rPr lang="en-US" sz="1200" b="1" dirty="0"/>
              <a:t> </a:t>
            </a:r>
            <a:r>
              <a:rPr lang="en-US" sz="1200" b="1" dirty="0" err="1"/>
              <a:t>lý</a:t>
            </a:r>
            <a:r>
              <a:rPr lang="en-US" sz="1200" b="1" dirty="0"/>
              <a:t> </a:t>
            </a:r>
            <a:r>
              <a:rPr lang="en-US" sz="1200" b="1" dirty="0" err="1"/>
              <a:t>bổ</a:t>
            </a:r>
            <a:r>
              <a:rPr lang="en-US" sz="1200" b="1" dirty="0"/>
              <a:t> sung </a:t>
            </a:r>
            <a:r>
              <a:rPr lang="en-US" sz="1200" b="1" dirty="0" err="1"/>
              <a:t>công</a:t>
            </a:r>
            <a:endParaRPr lang="en-US" sz="1200" b="1" dirty="0"/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BCD8187A-F691-730D-393A-708836BB0F27}"/>
              </a:ext>
            </a:extLst>
          </p:cNvPr>
          <p:cNvSpPr/>
          <p:nvPr/>
        </p:nvSpPr>
        <p:spPr>
          <a:xfrm>
            <a:off x="1322582" y="2759116"/>
            <a:ext cx="1783814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gửi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yêu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cầu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bổ</a:t>
            </a:r>
            <a:r>
              <a:rPr lang="en-US" dirty="0">
                <a:solidFill>
                  <a:srgbClr val="000000"/>
                </a:solidFill>
              </a:rPr>
              <a:t> sung </a:t>
            </a:r>
            <a:r>
              <a:rPr lang="en-US" dirty="0" err="1">
                <a:solidFill>
                  <a:srgbClr val="000000"/>
                </a:solidFill>
              </a:rPr>
              <a:t>công</a:t>
            </a:r>
            <a:r>
              <a:rPr lang="en-US" dirty="0">
                <a:solidFill>
                  <a:srgbClr val="000000"/>
                </a:solidFill>
              </a:rPr>
              <a:t> (</a:t>
            </a:r>
            <a:r>
              <a:rPr lang="en-US" dirty="0" err="1">
                <a:solidFill>
                  <a:srgbClr val="000000"/>
                </a:solidFill>
              </a:rPr>
              <a:t>quên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lỗi</a:t>
            </a:r>
            <a:r>
              <a:rPr lang="en-US" dirty="0">
                <a:solidFill>
                  <a:srgbClr val="000000"/>
                </a:solidFill>
              </a:rPr>
              <a:t>, ...)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A779F4A5-23B0-6AF9-D397-0BBC35E88CB8}"/>
              </a:ext>
            </a:extLst>
          </p:cNvPr>
          <p:cNvSpPr/>
          <p:nvPr/>
        </p:nvSpPr>
        <p:spPr>
          <a:xfrm>
            <a:off x="2947526" y="2759116"/>
            <a:ext cx="1456834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QL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duyệt</a:t>
            </a:r>
            <a:r>
              <a:rPr lang="en-US" dirty="0">
                <a:solidFill>
                  <a:srgbClr val="000000"/>
                </a:solidFill>
              </a:rPr>
              <a:t> / </a:t>
            </a:r>
            <a:r>
              <a:rPr lang="en-US" dirty="0" err="1">
                <a:solidFill>
                  <a:srgbClr val="000000"/>
                </a:solidFill>
              </a:rPr>
              <a:t>từ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chối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879DBFD7-082E-BAB4-D3CF-0C24F33C8D5F}"/>
              </a:ext>
            </a:extLst>
          </p:cNvPr>
          <p:cNvSpPr/>
          <p:nvPr/>
        </p:nvSpPr>
        <p:spPr>
          <a:xfrm>
            <a:off x="4235306" y="2753878"/>
            <a:ext cx="1456834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HR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duyệt</a:t>
            </a:r>
            <a:r>
              <a:rPr lang="en-US" dirty="0">
                <a:solidFill>
                  <a:srgbClr val="000000"/>
                </a:solidFill>
              </a:rPr>
              <a:t> / </a:t>
            </a:r>
            <a:r>
              <a:rPr lang="en-US" dirty="0" err="1">
                <a:solidFill>
                  <a:srgbClr val="000000"/>
                </a:solidFill>
              </a:rPr>
              <a:t>từ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chối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cuối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cùng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7D247030-166B-EDD9-26C0-C3D403CBAF30}"/>
              </a:ext>
            </a:extLst>
          </p:cNvPr>
          <p:cNvSpPr/>
          <p:nvPr/>
        </p:nvSpPr>
        <p:spPr>
          <a:xfrm>
            <a:off x="5533269" y="2753878"/>
            <a:ext cx="1769577" cy="922020"/>
          </a:xfrm>
          <a:prstGeom prst="chevron">
            <a:avLst>
              <a:gd name="adj" fmla="val 2768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kết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quả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yêu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cầu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bổ</a:t>
            </a:r>
            <a:r>
              <a:rPr lang="en-US" dirty="0">
                <a:solidFill>
                  <a:srgbClr val="000000"/>
                </a:solidFill>
              </a:rPr>
              <a:t> sung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B45340-568A-F2CF-5655-9CA19F8D9F84}"/>
              </a:ext>
            </a:extLst>
          </p:cNvPr>
          <p:cNvSpPr txBox="1"/>
          <p:nvPr/>
        </p:nvSpPr>
        <p:spPr>
          <a:xfrm>
            <a:off x="137765" y="3787220"/>
            <a:ext cx="1159796" cy="91940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Quản </a:t>
            </a:r>
            <a:r>
              <a:rPr lang="en-US" sz="1200" b="1" dirty="0" err="1"/>
              <a:t>lý</a:t>
            </a:r>
            <a:r>
              <a:rPr lang="en-US" sz="1200" b="1" dirty="0"/>
              <a:t> </a:t>
            </a:r>
            <a:r>
              <a:rPr lang="en-US" sz="1200" b="1" dirty="0" err="1"/>
              <a:t>tiền</a:t>
            </a:r>
            <a:r>
              <a:rPr lang="en-US" sz="1200" b="1" dirty="0"/>
              <a:t> </a:t>
            </a:r>
            <a:r>
              <a:rPr lang="en-US" sz="1200" b="1" dirty="0" err="1"/>
              <a:t>lương</a:t>
            </a:r>
            <a:r>
              <a:rPr lang="en-US" sz="1200" b="1" dirty="0"/>
              <a:t> &amp; mail </a:t>
            </a:r>
            <a:r>
              <a:rPr lang="en-US" sz="1200" b="1" dirty="0" err="1"/>
              <a:t>phiếu</a:t>
            </a:r>
            <a:r>
              <a:rPr lang="en-US" sz="1200" b="1" dirty="0"/>
              <a:t> </a:t>
            </a:r>
            <a:r>
              <a:rPr lang="en-US" sz="1200" b="1" dirty="0" err="1"/>
              <a:t>lương</a:t>
            </a:r>
            <a:endParaRPr lang="en-US" sz="1200" b="1" dirty="0"/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2983BF52-421D-D111-053D-991DEBA79FF5}"/>
              </a:ext>
            </a:extLst>
          </p:cNvPr>
          <p:cNvSpPr/>
          <p:nvPr/>
        </p:nvSpPr>
        <p:spPr>
          <a:xfrm>
            <a:off x="1378146" y="3784601"/>
            <a:ext cx="2166568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lương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ước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tính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hàng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ngày</a:t>
            </a:r>
            <a:r>
              <a:rPr lang="en-US" dirty="0">
                <a:solidFill>
                  <a:srgbClr val="000000"/>
                </a:solidFill>
              </a:rPr>
              <a:t> &amp; </a:t>
            </a:r>
            <a:r>
              <a:rPr lang="en-US" dirty="0" err="1">
                <a:solidFill>
                  <a:srgbClr val="000000"/>
                </a:solidFill>
              </a:rPr>
              <a:t>tổng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dự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kiến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tháng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B1B7799F-C7FE-110E-4E6F-2D666B2A4DB4}"/>
              </a:ext>
            </a:extLst>
          </p:cNvPr>
          <p:cNvSpPr/>
          <p:nvPr/>
        </p:nvSpPr>
        <p:spPr>
          <a:xfrm>
            <a:off x="3381941" y="3784601"/>
            <a:ext cx="1913959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HR </a:t>
            </a:r>
            <a:r>
              <a:rPr lang="en-US" dirty="0" err="1">
                <a:solidFill>
                  <a:srgbClr val="000000"/>
                </a:solidFill>
              </a:rPr>
              <a:t>thực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hiện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tính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lương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tháng</a:t>
            </a:r>
            <a:r>
              <a:rPr lang="en-US" dirty="0">
                <a:solidFill>
                  <a:srgbClr val="000000"/>
                </a:solidFill>
              </a:rPr>
              <a:t> &amp; </a:t>
            </a:r>
            <a:r>
              <a:rPr lang="en-US" dirty="0" err="1">
                <a:solidFill>
                  <a:srgbClr val="000000"/>
                </a:solidFill>
              </a:rPr>
              <a:t>kiểm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số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liệu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E9B4AFB2-D3E4-63CA-DB0B-1AF50BCE0DA1}"/>
              </a:ext>
            </a:extLst>
          </p:cNvPr>
          <p:cNvSpPr/>
          <p:nvPr/>
        </p:nvSpPr>
        <p:spPr>
          <a:xfrm>
            <a:off x="5129707" y="3784601"/>
            <a:ext cx="1913959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HR </a:t>
            </a:r>
            <a:r>
              <a:rPr lang="en-US" dirty="0" err="1">
                <a:solidFill>
                  <a:srgbClr val="000000"/>
                </a:solidFill>
              </a:rPr>
              <a:t>chốt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lương</a:t>
            </a:r>
            <a:r>
              <a:rPr lang="en-US" dirty="0">
                <a:solidFill>
                  <a:srgbClr val="000000"/>
                </a:solidFill>
              </a:rPr>
              <a:t> &amp; </a:t>
            </a:r>
            <a:r>
              <a:rPr lang="en-US" dirty="0" err="1">
                <a:solidFill>
                  <a:srgbClr val="000000"/>
                </a:solidFill>
              </a:rPr>
              <a:t>gửi</a:t>
            </a:r>
            <a:r>
              <a:rPr lang="en-US" dirty="0">
                <a:solidFill>
                  <a:srgbClr val="000000"/>
                </a:solidFill>
              </a:rPr>
              <a:t> mail </a:t>
            </a:r>
            <a:r>
              <a:rPr lang="en-US" dirty="0" err="1">
                <a:solidFill>
                  <a:srgbClr val="000000"/>
                </a:solidFill>
              </a:rPr>
              <a:t>phiếu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lương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cho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B66811E8-F1BE-AF8D-8090-4616AB9B4248}"/>
              </a:ext>
            </a:extLst>
          </p:cNvPr>
          <p:cNvSpPr/>
          <p:nvPr/>
        </p:nvSpPr>
        <p:spPr>
          <a:xfrm>
            <a:off x="6873273" y="3776744"/>
            <a:ext cx="1913959" cy="922020"/>
          </a:xfrm>
          <a:prstGeom prst="chevron">
            <a:avLst>
              <a:gd name="adj" fmla="val 27686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viên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xem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phiếu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lương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cá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nhân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từ</a:t>
            </a:r>
            <a:r>
              <a:rPr lang="en-US" dirty="0">
                <a:solidFill>
                  <a:srgbClr val="000000"/>
                </a:solidFill>
              </a:rPr>
              <a:t> mail</a:t>
            </a:r>
          </a:p>
        </p:txBody>
      </p:sp>
    </p:spTree>
    <p:extLst>
      <p:ext uri="{BB962C8B-B14F-4D97-AF65-F5344CB8AC3E}">
        <p14:creationId xmlns:p14="http://schemas.microsoft.com/office/powerpoint/2010/main" val="9780674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C76CC19B-A296-749C-6D9B-BC43D16B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">
            <a:extLst>
              <a:ext uri="{FF2B5EF4-FFF2-40B4-BE49-F238E27FC236}">
                <a16:creationId xmlns:a16="http://schemas.microsoft.com/office/drawing/2014/main" id="{C97F9B70-47C4-4ED1-94C4-33516277B482}"/>
              </a:ext>
            </a:extLst>
          </p:cNvPr>
          <p:cNvSpPr/>
          <p:nvPr/>
        </p:nvSpPr>
        <p:spPr>
          <a:xfrm>
            <a:off x="91099" y="867160"/>
            <a:ext cx="8961802" cy="3793330"/>
          </a:xfrm>
          <a:prstGeom prst="roundRect">
            <a:avLst>
              <a:gd name="adj" fmla="val 963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EAA560EE-AC96-3D67-6D13-5442517DBE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5865" y="243418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KẾT QUẢ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D87EF8B-FC55-C794-0D43-718C03EB8DB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1099" y="986700"/>
            <a:ext cx="889804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Giao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diện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thân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thiện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trực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Thiết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kế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dễ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sử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dụng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dễ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tác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phù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hợp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với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nhiều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đối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tượng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động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Quản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lý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thông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tin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tài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khoản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cá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nhân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tài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liệu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hồ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sơ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Lưu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trữ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dễ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quản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lý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Kiến trúc &amp; Bảo mật: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Phân tầng 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bảo mật đa lớp (JWT, 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Redis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phân quyền chi tiết tới từng chức năng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lưu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vết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hoạt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động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Tính lương linh hoạt: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Cấu hình công thức động (JSON) không cần sửa 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hỗ trợ lưu vết lịch sử và tối ưu báo cáo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minh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bạch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số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tiền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lương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tính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được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người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động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Nghiệp vụ tự động hóa: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Chống 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spam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chấm công, tự động tính phép năm, quy trình xếp lịch và duyệt đơn chặt chẽ.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3F87D-3BB2-8C30-3E89-79DA7C061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740" y="3375103"/>
            <a:ext cx="2127711" cy="2127711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594DDA5-0E4E-6821-878C-634324457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849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" grpId="0" animBg="1"/>
      <p:bldP spid="971" grpId="0"/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EA38F28E-CF81-DD08-C0DD-072657D1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">
            <a:extLst>
              <a:ext uri="{FF2B5EF4-FFF2-40B4-BE49-F238E27FC236}">
                <a16:creationId xmlns:a16="http://schemas.microsoft.com/office/drawing/2014/main" id="{E40B7D18-4739-5ECD-B7D4-245C303BE4E0}"/>
              </a:ext>
            </a:extLst>
          </p:cNvPr>
          <p:cNvSpPr/>
          <p:nvPr/>
        </p:nvSpPr>
        <p:spPr>
          <a:xfrm>
            <a:off x="91099" y="867160"/>
            <a:ext cx="8961802" cy="3793330"/>
          </a:xfrm>
          <a:prstGeom prst="roundRect">
            <a:avLst>
              <a:gd name="adj" fmla="val 963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5">
            <a:extLst>
              <a:ext uri="{FF2B5EF4-FFF2-40B4-BE49-F238E27FC236}">
                <a16:creationId xmlns:a16="http://schemas.microsoft.com/office/drawing/2014/main" id="{16A3C378-7F23-6CB6-7391-9DF704A1C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5865" y="243418"/>
            <a:ext cx="7785900" cy="589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  <a:cs typeface="Times New Roman" panose="02020603050405020304" pitchFamily="18" charset="0"/>
              </a:rPr>
              <a:t>HẠN CHẾ</a:t>
            </a:r>
            <a:endParaRPr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9D0236E-49D0-B6A7-1B95-A6F4CE081C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4858" y="796549"/>
            <a:ext cx="889804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Hệ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thống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vẫn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còn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phụ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thuộc</a:t>
            </a: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nhiều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vào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quyết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định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của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người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hỗ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trợ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người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quyết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định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các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yêu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cầu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duyệt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/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từ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chối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Hiệu năng hệ thống: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Tồn tại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tỷ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lệ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thấp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lỗi khi tính lương, chức năng xuất báo cáo lớn tốn nhiều tài nguyên bộ nhớ.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Chất lượng mã nguồn: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Còn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lưu trữ 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file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cục bộ (chưa hỗ trợ 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xử lý lỗi chưa bao quát hết nghiệp vụ.</a:t>
            </a:r>
            <a:endParaRPr lang="en-US" sz="2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1125" indent="-111125" algn="just">
              <a:buClrTx/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Trải nghiệm người dùng: 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Tạo biến lương mới còn phụ thuộc vào kiến thức SQL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q</a:t>
            </a:r>
            <a:r>
              <a:rPr lang="vi-VN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uản</a:t>
            </a:r>
            <a:r>
              <a:rPr lang="vi-VN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lý hợp đồng chưa hỗ trợ ký phụ lục/đề mục (phải ký mới)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nghiệp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vụ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về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luật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lao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động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vẫn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còn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hạn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chế</a:t>
            </a:r>
            <a:r>
              <a:rPr lang="en-US" sz="2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AA349C-1994-2B4F-FBC5-ACCC38287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280" y="3015789"/>
            <a:ext cx="2127711" cy="2127711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F579EAD-09AB-2A33-95BF-64D31739A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8"/>
            <a:ext cx="478370" cy="36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3107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" grpId="0" animBg="1"/>
      <p:bldP spid="971" grpId="0"/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41"/>
          <p:cNvSpPr/>
          <p:nvPr/>
        </p:nvSpPr>
        <p:spPr>
          <a:xfrm flipH="1">
            <a:off x="3195222" y="1458393"/>
            <a:ext cx="3144811" cy="2303018"/>
          </a:xfrm>
          <a:custGeom>
            <a:avLst/>
            <a:gdLst/>
            <a:ahLst/>
            <a:cxnLst/>
            <a:rect l="l" t="t" r="r" b="b"/>
            <a:pathLst>
              <a:path w="23033" h="16924" extrusionOk="0">
                <a:moveTo>
                  <a:pt x="18087" y="0"/>
                </a:moveTo>
                <a:cubicBezTo>
                  <a:pt x="15558" y="0"/>
                  <a:pt x="12757" y="2011"/>
                  <a:pt x="12181" y="4317"/>
                </a:cubicBezTo>
                <a:cubicBezTo>
                  <a:pt x="12181" y="4317"/>
                  <a:pt x="10883" y="321"/>
                  <a:pt x="6682" y="321"/>
                </a:cubicBezTo>
                <a:cubicBezTo>
                  <a:pt x="6249" y="321"/>
                  <a:pt x="5785" y="364"/>
                  <a:pt x="5289" y="457"/>
                </a:cubicBezTo>
                <a:cubicBezTo>
                  <a:pt x="0" y="1460"/>
                  <a:pt x="6492" y="11610"/>
                  <a:pt x="12381" y="16924"/>
                </a:cubicBezTo>
                <a:cubicBezTo>
                  <a:pt x="22381" y="8527"/>
                  <a:pt x="23033" y="2437"/>
                  <a:pt x="20251" y="608"/>
                </a:cubicBezTo>
                <a:cubicBezTo>
                  <a:pt x="19602" y="187"/>
                  <a:pt x="18857" y="0"/>
                  <a:pt x="180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41"/>
          <p:cNvSpPr txBox="1">
            <a:spLocks noGrp="1"/>
          </p:cNvSpPr>
          <p:nvPr>
            <p:ph type="title"/>
          </p:nvPr>
        </p:nvSpPr>
        <p:spPr>
          <a:xfrm>
            <a:off x="1822800" y="919342"/>
            <a:ext cx="5581151" cy="31244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latin typeface="Georgia" panose="02040502050405020303" pitchFamily="18" charset="0"/>
              </a:rPr>
              <a:t>Cảm ơn thầy và các bạn đã lắng nghe</a:t>
            </a:r>
            <a:endParaRPr sz="6000" dirty="0">
              <a:latin typeface="Georgia" panose="02040502050405020303" pitchFamily="18" charset="0"/>
            </a:endParaRPr>
          </a:p>
        </p:txBody>
      </p:sp>
      <p:grpSp>
        <p:nvGrpSpPr>
          <p:cNvPr id="1142" name="Google Shape;1142;p41"/>
          <p:cNvGrpSpPr/>
          <p:nvPr/>
        </p:nvGrpSpPr>
        <p:grpSpPr>
          <a:xfrm rot="-215889" flipH="1">
            <a:off x="1856930" y="1014291"/>
            <a:ext cx="1142100" cy="756617"/>
            <a:chOff x="7029526" y="829353"/>
            <a:chExt cx="1394481" cy="923814"/>
          </a:xfrm>
        </p:grpSpPr>
        <p:sp>
          <p:nvSpPr>
            <p:cNvPr id="1143" name="Google Shape;1143;p41"/>
            <p:cNvSpPr/>
            <p:nvPr/>
          </p:nvSpPr>
          <p:spPr>
            <a:xfrm rot="-804268" flipH="1">
              <a:off x="7383195" y="866608"/>
              <a:ext cx="391751" cy="598588"/>
            </a:xfrm>
            <a:custGeom>
              <a:avLst/>
              <a:gdLst/>
              <a:ahLst/>
              <a:cxnLst/>
              <a:rect l="l" t="t" r="r" b="b"/>
              <a:pathLst>
                <a:path w="7595" h="11605" extrusionOk="0">
                  <a:moveTo>
                    <a:pt x="2155" y="0"/>
                  </a:moveTo>
                  <a:cubicBezTo>
                    <a:pt x="2406" y="2507"/>
                    <a:pt x="2506" y="5940"/>
                    <a:pt x="0" y="6943"/>
                  </a:cubicBezTo>
                  <a:cubicBezTo>
                    <a:pt x="2757" y="6943"/>
                    <a:pt x="4336" y="9123"/>
                    <a:pt x="5589" y="11604"/>
                  </a:cubicBezTo>
                  <a:cubicBezTo>
                    <a:pt x="5589" y="9123"/>
                    <a:pt x="5338" y="6617"/>
                    <a:pt x="7594" y="5113"/>
                  </a:cubicBezTo>
                  <a:lnTo>
                    <a:pt x="7594" y="5113"/>
                  </a:lnTo>
                  <a:cubicBezTo>
                    <a:pt x="7536" y="5115"/>
                    <a:pt x="7479" y="5116"/>
                    <a:pt x="7423" y="5116"/>
                  </a:cubicBezTo>
                  <a:cubicBezTo>
                    <a:pt x="4895" y="5116"/>
                    <a:pt x="3381" y="2942"/>
                    <a:pt x="2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 flipH="1">
              <a:off x="7029526" y="973310"/>
              <a:ext cx="207371" cy="139045"/>
            </a:xfrm>
            <a:custGeom>
              <a:avLst/>
              <a:gdLst/>
              <a:ahLst/>
              <a:cxnLst/>
              <a:rect l="l" t="t" r="r" b="b"/>
              <a:pathLst>
                <a:path w="4680" h="3138" extrusionOk="0">
                  <a:moveTo>
                    <a:pt x="2235" y="0"/>
                  </a:moveTo>
                  <a:cubicBezTo>
                    <a:pt x="256" y="0"/>
                    <a:pt x="1" y="3138"/>
                    <a:pt x="2524" y="3138"/>
                  </a:cubicBezTo>
                  <a:cubicBezTo>
                    <a:pt x="4429" y="3138"/>
                    <a:pt x="4680" y="80"/>
                    <a:pt x="2374" y="5"/>
                  </a:cubicBezTo>
                  <a:cubicBezTo>
                    <a:pt x="2327" y="2"/>
                    <a:pt x="2281" y="0"/>
                    <a:pt x="2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 flipH="1">
              <a:off x="7760243" y="1648506"/>
              <a:ext cx="155572" cy="104660"/>
            </a:xfrm>
            <a:custGeom>
              <a:avLst/>
              <a:gdLst/>
              <a:ahLst/>
              <a:cxnLst/>
              <a:rect l="l" t="t" r="r" b="b"/>
              <a:pathLst>
                <a:path w="3511" h="2362" extrusionOk="0">
                  <a:moveTo>
                    <a:pt x="1689" y="1"/>
                  </a:moveTo>
                  <a:cubicBezTo>
                    <a:pt x="191" y="1"/>
                    <a:pt x="0" y="2337"/>
                    <a:pt x="1907" y="2361"/>
                  </a:cubicBezTo>
                  <a:cubicBezTo>
                    <a:pt x="3335" y="2361"/>
                    <a:pt x="3511" y="55"/>
                    <a:pt x="1806" y="5"/>
                  </a:cubicBezTo>
                  <a:cubicBezTo>
                    <a:pt x="1766" y="2"/>
                    <a:pt x="1727" y="1"/>
                    <a:pt x="16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 flipH="1">
              <a:off x="8304637" y="1362607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935221" y="1407647"/>
              <a:ext cx="235455" cy="173006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 flipH="1">
              <a:off x="7941990" y="841150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41"/>
          <p:cNvGrpSpPr/>
          <p:nvPr/>
        </p:nvGrpSpPr>
        <p:grpSpPr>
          <a:xfrm rot="1574757">
            <a:off x="6215017" y="2845074"/>
            <a:ext cx="934647" cy="941658"/>
            <a:chOff x="7029526" y="603457"/>
            <a:chExt cx="1141150" cy="1149709"/>
          </a:xfrm>
        </p:grpSpPr>
        <p:sp>
          <p:nvSpPr>
            <p:cNvPr id="1150" name="Google Shape;1150;p41"/>
            <p:cNvSpPr/>
            <p:nvPr/>
          </p:nvSpPr>
          <p:spPr>
            <a:xfrm rot="-2298745" flipH="1">
              <a:off x="7383195" y="866608"/>
              <a:ext cx="391757" cy="598596"/>
            </a:xfrm>
            <a:custGeom>
              <a:avLst/>
              <a:gdLst/>
              <a:ahLst/>
              <a:cxnLst/>
              <a:rect l="l" t="t" r="r" b="b"/>
              <a:pathLst>
                <a:path w="7595" h="11605" extrusionOk="0">
                  <a:moveTo>
                    <a:pt x="2155" y="0"/>
                  </a:moveTo>
                  <a:cubicBezTo>
                    <a:pt x="2406" y="2507"/>
                    <a:pt x="2506" y="5940"/>
                    <a:pt x="0" y="6943"/>
                  </a:cubicBezTo>
                  <a:cubicBezTo>
                    <a:pt x="2757" y="6943"/>
                    <a:pt x="4336" y="9123"/>
                    <a:pt x="5589" y="11604"/>
                  </a:cubicBezTo>
                  <a:cubicBezTo>
                    <a:pt x="5589" y="9123"/>
                    <a:pt x="5338" y="6617"/>
                    <a:pt x="7594" y="5113"/>
                  </a:cubicBezTo>
                  <a:lnTo>
                    <a:pt x="7594" y="5113"/>
                  </a:lnTo>
                  <a:cubicBezTo>
                    <a:pt x="7536" y="5115"/>
                    <a:pt x="7479" y="5116"/>
                    <a:pt x="7423" y="5116"/>
                  </a:cubicBezTo>
                  <a:cubicBezTo>
                    <a:pt x="4895" y="5116"/>
                    <a:pt x="3381" y="2942"/>
                    <a:pt x="2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 flipH="1">
              <a:off x="7029526" y="973310"/>
              <a:ext cx="207371" cy="139045"/>
            </a:xfrm>
            <a:custGeom>
              <a:avLst/>
              <a:gdLst/>
              <a:ahLst/>
              <a:cxnLst/>
              <a:rect l="l" t="t" r="r" b="b"/>
              <a:pathLst>
                <a:path w="4680" h="3138" extrusionOk="0">
                  <a:moveTo>
                    <a:pt x="2235" y="0"/>
                  </a:moveTo>
                  <a:cubicBezTo>
                    <a:pt x="256" y="0"/>
                    <a:pt x="1" y="3138"/>
                    <a:pt x="2524" y="3138"/>
                  </a:cubicBezTo>
                  <a:cubicBezTo>
                    <a:pt x="4429" y="3138"/>
                    <a:pt x="4680" y="80"/>
                    <a:pt x="2374" y="5"/>
                  </a:cubicBezTo>
                  <a:cubicBezTo>
                    <a:pt x="2327" y="2"/>
                    <a:pt x="2281" y="0"/>
                    <a:pt x="2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 flipH="1">
              <a:off x="7760243" y="1648506"/>
              <a:ext cx="155572" cy="104660"/>
            </a:xfrm>
            <a:custGeom>
              <a:avLst/>
              <a:gdLst/>
              <a:ahLst/>
              <a:cxnLst/>
              <a:rect l="l" t="t" r="r" b="b"/>
              <a:pathLst>
                <a:path w="3511" h="2362" extrusionOk="0">
                  <a:moveTo>
                    <a:pt x="1689" y="1"/>
                  </a:moveTo>
                  <a:cubicBezTo>
                    <a:pt x="191" y="1"/>
                    <a:pt x="0" y="2337"/>
                    <a:pt x="1907" y="2361"/>
                  </a:cubicBezTo>
                  <a:cubicBezTo>
                    <a:pt x="3335" y="2361"/>
                    <a:pt x="3511" y="55"/>
                    <a:pt x="1806" y="5"/>
                  </a:cubicBezTo>
                  <a:cubicBezTo>
                    <a:pt x="1766" y="2"/>
                    <a:pt x="1727" y="1"/>
                    <a:pt x="16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 flipH="1">
              <a:off x="7890892" y="944228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7935221" y="1407647"/>
              <a:ext cx="235455" cy="173006"/>
            </a:xfrm>
            <a:custGeom>
              <a:avLst/>
              <a:gdLst/>
              <a:ahLst/>
              <a:cxnLst/>
              <a:rect l="l" t="t" r="r" b="b"/>
              <a:pathLst>
                <a:path w="23033" h="16924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 flipH="1">
              <a:off x="7274487" y="603457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6" name="Google Shape;1156;p41"/>
          <p:cNvGrpSpPr/>
          <p:nvPr/>
        </p:nvGrpSpPr>
        <p:grpSpPr>
          <a:xfrm>
            <a:off x="7271350" y="248700"/>
            <a:ext cx="1291805" cy="2011223"/>
            <a:chOff x="7176100" y="258225"/>
            <a:chExt cx="1291805" cy="2011223"/>
          </a:xfrm>
        </p:grpSpPr>
        <p:sp>
          <p:nvSpPr>
            <p:cNvPr id="1157" name="Google Shape;1157;p41"/>
            <p:cNvSpPr/>
            <p:nvPr/>
          </p:nvSpPr>
          <p:spPr>
            <a:xfrm>
              <a:off x="7176100" y="258225"/>
              <a:ext cx="451200" cy="555000"/>
            </a:xfrm>
            <a:custGeom>
              <a:avLst/>
              <a:gdLst/>
              <a:ahLst/>
              <a:cxnLst/>
              <a:rect l="l" t="t" r="r" b="b"/>
              <a:pathLst>
                <a:path w="18048" h="22200" extrusionOk="0">
                  <a:moveTo>
                    <a:pt x="8520" y="1563"/>
                  </a:moveTo>
                  <a:cubicBezTo>
                    <a:pt x="14072" y="1563"/>
                    <a:pt x="8179" y="13801"/>
                    <a:pt x="5973" y="19170"/>
                  </a:cubicBezTo>
                  <a:lnTo>
                    <a:pt x="5973" y="19170"/>
                  </a:lnTo>
                  <a:cubicBezTo>
                    <a:pt x="5551" y="16350"/>
                    <a:pt x="5004" y="13551"/>
                    <a:pt x="4814" y="10699"/>
                  </a:cubicBezTo>
                  <a:cubicBezTo>
                    <a:pt x="4639" y="7942"/>
                    <a:pt x="4263" y="1902"/>
                    <a:pt x="8197" y="1576"/>
                  </a:cubicBezTo>
                  <a:cubicBezTo>
                    <a:pt x="8309" y="1567"/>
                    <a:pt x="8417" y="1563"/>
                    <a:pt x="8520" y="1563"/>
                  </a:cubicBezTo>
                  <a:close/>
                  <a:moveTo>
                    <a:pt x="8102" y="1"/>
                  </a:moveTo>
                  <a:cubicBezTo>
                    <a:pt x="1" y="1"/>
                    <a:pt x="4055" y="16395"/>
                    <a:pt x="4639" y="20749"/>
                  </a:cubicBezTo>
                  <a:cubicBezTo>
                    <a:pt x="4686" y="21117"/>
                    <a:pt x="4936" y="21351"/>
                    <a:pt x="5223" y="21444"/>
                  </a:cubicBezTo>
                  <a:lnTo>
                    <a:pt x="5223" y="21444"/>
                  </a:lnTo>
                  <a:cubicBezTo>
                    <a:pt x="5250" y="21906"/>
                    <a:pt x="5683" y="22199"/>
                    <a:pt x="6086" y="22199"/>
                  </a:cubicBezTo>
                  <a:cubicBezTo>
                    <a:pt x="6396" y="22199"/>
                    <a:pt x="6689" y="22027"/>
                    <a:pt x="6769" y="21626"/>
                  </a:cubicBezTo>
                  <a:cubicBezTo>
                    <a:pt x="7621" y="17415"/>
                    <a:pt x="18047" y="1075"/>
                    <a:pt x="8874" y="47"/>
                  </a:cubicBezTo>
                  <a:cubicBezTo>
                    <a:pt x="8605" y="16"/>
                    <a:pt x="8348" y="1"/>
                    <a:pt x="81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7194929" y="658689"/>
              <a:ext cx="1272976" cy="1610759"/>
            </a:xfrm>
            <a:custGeom>
              <a:avLst/>
              <a:gdLst/>
              <a:ahLst/>
              <a:cxnLst/>
              <a:rect l="l" t="t" r="r" b="b"/>
              <a:pathLst>
                <a:path w="45133" h="57109" extrusionOk="0">
                  <a:moveTo>
                    <a:pt x="11235" y="1"/>
                  </a:moveTo>
                  <a:cubicBezTo>
                    <a:pt x="7515" y="1"/>
                    <a:pt x="4198" y="1195"/>
                    <a:pt x="2532" y="4731"/>
                  </a:cubicBezTo>
                  <a:cubicBezTo>
                    <a:pt x="0" y="20220"/>
                    <a:pt x="2532" y="42175"/>
                    <a:pt x="2532" y="42175"/>
                  </a:cubicBezTo>
                  <a:cubicBezTo>
                    <a:pt x="3700" y="52965"/>
                    <a:pt x="15524" y="57109"/>
                    <a:pt x="26217" y="57109"/>
                  </a:cubicBezTo>
                  <a:cubicBezTo>
                    <a:pt x="36164" y="57109"/>
                    <a:pt x="45132" y="53523"/>
                    <a:pt x="43635" y="48365"/>
                  </a:cubicBezTo>
                  <a:cubicBezTo>
                    <a:pt x="40552" y="37664"/>
                    <a:pt x="30677" y="40771"/>
                    <a:pt x="28722" y="34280"/>
                  </a:cubicBezTo>
                  <a:cubicBezTo>
                    <a:pt x="26742" y="27814"/>
                    <a:pt x="31529" y="6711"/>
                    <a:pt x="27594" y="4731"/>
                  </a:cubicBezTo>
                  <a:cubicBezTo>
                    <a:pt x="25113" y="3482"/>
                    <a:pt x="17587" y="1"/>
                    <a:pt x="11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246735" y="1633799"/>
              <a:ext cx="274322" cy="531608"/>
            </a:xfrm>
            <a:custGeom>
              <a:avLst/>
              <a:gdLst/>
              <a:ahLst/>
              <a:cxnLst/>
              <a:rect l="l" t="t" r="r" b="b"/>
              <a:pathLst>
                <a:path w="9726" h="18848" extrusionOk="0">
                  <a:moveTo>
                    <a:pt x="1" y="1"/>
                  </a:moveTo>
                  <a:cubicBezTo>
                    <a:pt x="302" y="4587"/>
                    <a:pt x="653" y="7645"/>
                    <a:pt x="653" y="7645"/>
                  </a:cubicBezTo>
                  <a:cubicBezTo>
                    <a:pt x="1229" y="12808"/>
                    <a:pt x="4237" y="16442"/>
                    <a:pt x="8372" y="18848"/>
                  </a:cubicBezTo>
                  <a:cubicBezTo>
                    <a:pt x="9725" y="11204"/>
                    <a:pt x="7645" y="255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1"/>
            <p:cNvSpPr/>
            <p:nvPr/>
          </p:nvSpPr>
          <p:spPr>
            <a:xfrm>
              <a:off x="8052386" y="1841157"/>
              <a:ext cx="407901" cy="418506"/>
            </a:xfrm>
            <a:custGeom>
              <a:avLst/>
              <a:gdLst/>
              <a:ahLst/>
              <a:cxnLst/>
              <a:rect l="l" t="t" r="r" b="b"/>
              <a:pathLst>
                <a:path w="14462" h="14838" extrusionOk="0">
                  <a:moveTo>
                    <a:pt x="9123" y="0"/>
                  </a:moveTo>
                  <a:cubicBezTo>
                    <a:pt x="6717" y="401"/>
                    <a:pt x="4812" y="2481"/>
                    <a:pt x="3660" y="4186"/>
                  </a:cubicBezTo>
                  <a:cubicBezTo>
                    <a:pt x="1529" y="7043"/>
                    <a:pt x="0" y="11103"/>
                    <a:pt x="1103" y="14837"/>
                  </a:cubicBezTo>
                  <a:cubicBezTo>
                    <a:pt x="8672" y="13810"/>
                    <a:pt x="14462" y="10652"/>
                    <a:pt x="13234" y="6441"/>
                  </a:cubicBezTo>
                  <a:cubicBezTo>
                    <a:pt x="12331" y="3283"/>
                    <a:pt x="10828" y="1354"/>
                    <a:pt x="91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1"/>
            <p:cNvSpPr/>
            <p:nvPr/>
          </p:nvSpPr>
          <p:spPr>
            <a:xfrm>
              <a:off x="7191375" y="649325"/>
              <a:ext cx="920414" cy="537869"/>
            </a:xfrm>
            <a:custGeom>
              <a:avLst/>
              <a:gdLst/>
              <a:ahLst/>
              <a:cxnLst/>
              <a:rect l="l" t="t" r="r" b="b"/>
              <a:pathLst>
                <a:path w="32633" h="19070" extrusionOk="0">
                  <a:moveTo>
                    <a:pt x="11195" y="1"/>
                  </a:moveTo>
                  <a:cubicBezTo>
                    <a:pt x="9945" y="1"/>
                    <a:pt x="8732" y="101"/>
                    <a:pt x="7595" y="326"/>
                  </a:cubicBezTo>
                  <a:cubicBezTo>
                    <a:pt x="7595" y="326"/>
                    <a:pt x="2532" y="1254"/>
                    <a:pt x="1530" y="6191"/>
                  </a:cubicBezTo>
                  <a:cubicBezTo>
                    <a:pt x="552" y="11128"/>
                    <a:pt x="1" y="12807"/>
                    <a:pt x="2958" y="14787"/>
                  </a:cubicBezTo>
                  <a:cubicBezTo>
                    <a:pt x="5353" y="16370"/>
                    <a:pt x="14104" y="19070"/>
                    <a:pt x="21087" y="19070"/>
                  </a:cubicBezTo>
                  <a:cubicBezTo>
                    <a:pt x="22729" y="19070"/>
                    <a:pt x="24274" y="18920"/>
                    <a:pt x="25615" y="18572"/>
                  </a:cubicBezTo>
                  <a:cubicBezTo>
                    <a:pt x="32633" y="16742"/>
                    <a:pt x="30953" y="13935"/>
                    <a:pt x="30953" y="10276"/>
                  </a:cubicBezTo>
                  <a:cubicBezTo>
                    <a:pt x="30953" y="6617"/>
                    <a:pt x="29750" y="5264"/>
                    <a:pt x="25314" y="3233"/>
                  </a:cubicBezTo>
                  <a:cubicBezTo>
                    <a:pt x="21785" y="1609"/>
                    <a:pt x="16201" y="1"/>
                    <a:pt x="111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1"/>
            <p:cNvSpPr/>
            <p:nvPr/>
          </p:nvSpPr>
          <p:spPr>
            <a:xfrm>
              <a:off x="7292461" y="666389"/>
              <a:ext cx="786102" cy="267919"/>
            </a:xfrm>
            <a:custGeom>
              <a:avLst/>
              <a:gdLst/>
              <a:ahLst/>
              <a:cxnLst/>
              <a:rect l="l" t="t" r="r" b="b"/>
              <a:pathLst>
                <a:path w="27871" h="9499" extrusionOk="0">
                  <a:moveTo>
                    <a:pt x="7558" y="1"/>
                  </a:moveTo>
                  <a:cubicBezTo>
                    <a:pt x="3456" y="1"/>
                    <a:pt x="2257" y="1501"/>
                    <a:pt x="2257" y="1501"/>
                  </a:cubicBezTo>
                  <a:cubicBezTo>
                    <a:pt x="1" y="3029"/>
                    <a:pt x="1379" y="5837"/>
                    <a:pt x="7219" y="7992"/>
                  </a:cubicBezTo>
                  <a:cubicBezTo>
                    <a:pt x="10162" y="9074"/>
                    <a:pt x="13068" y="9499"/>
                    <a:pt x="15805" y="9499"/>
                  </a:cubicBezTo>
                  <a:cubicBezTo>
                    <a:pt x="18522" y="9499"/>
                    <a:pt x="21075" y="9080"/>
                    <a:pt x="23334" y="8468"/>
                  </a:cubicBezTo>
                  <a:cubicBezTo>
                    <a:pt x="27871" y="7265"/>
                    <a:pt x="25014" y="5310"/>
                    <a:pt x="23334" y="4258"/>
                  </a:cubicBezTo>
                  <a:cubicBezTo>
                    <a:pt x="21630" y="3205"/>
                    <a:pt x="15565" y="774"/>
                    <a:pt x="9700" y="122"/>
                  </a:cubicBezTo>
                  <a:cubicBezTo>
                    <a:pt x="8911" y="38"/>
                    <a:pt x="8199" y="1"/>
                    <a:pt x="75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8004324" y="1795211"/>
              <a:ext cx="260163" cy="471531"/>
            </a:xfrm>
            <a:custGeom>
              <a:avLst/>
              <a:gdLst/>
              <a:ahLst/>
              <a:cxnLst/>
              <a:rect l="l" t="t" r="r" b="b"/>
              <a:pathLst>
                <a:path w="9224" h="16718" extrusionOk="0">
                  <a:moveTo>
                    <a:pt x="8246" y="0"/>
                  </a:moveTo>
                  <a:cubicBezTo>
                    <a:pt x="6491" y="752"/>
                    <a:pt x="3785" y="2406"/>
                    <a:pt x="2055" y="5840"/>
                  </a:cubicBezTo>
                  <a:cubicBezTo>
                    <a:pt x="50" y="9850"/>
                    <a:pt x="0" y="14512"/>
                    <a:pt x="326" y="16717"/>
                  </a:cubicBezTo>
                  <a:cubicBezTo>
                    <a:pt x="602" y="16692"/>
                    <a:pt x="902" y="16667"/>
                    <a:pt x="1178" y="16642"/>
                  </a:cubicBezTo>
                  <a:cubicBezTo>
                    <a:pt x="877" y="14862"/>
                    <a:pt x="727" y="10326"/>
                    <a:pt x="2807" y="6216"/>
                  </a:cubicBezTo>
                  <a:cubicBezTo>
                    <a:pt x="4637" y="2607"/>
                    <a:pt x="7694" y="1078"/>
                    <a:pt x="9223" y="526"/>
                  </a:cubicBezTo>
                  <a:cubicBezTo>
                    <a:pt x="8897" y="351"/>
                    <a:pt x="8572" y="176"/>
                    <a:pt x="82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7243210" y="1573017"/>
              <a:ext cx="314599" cy="619269"/>
            </a:xfrm>
            <a:custGeom>
              <a:avLst/>
              <a:gdLst/>
              <a:ahLst/>
              <a:cxnLst/>
              <a:rect l="l" t="t" r="r" b="b"/>
              <a:pathLst>
                <a:path w="11154" h="21956" extrusionOk="0">
                  <a:moveTo>
                    <a:pt x="1" y="0"/>
                  </a:moveTo>
                  <a:cubicBezTo>
                    <a:pt x="1" y="301"/>
                    <a:pt x="26" y="627"/>
                    <a:pt x="51" y="903"/>
                  </a:cubicBezTo>
                  <a:cubicBezTo>
                    <a:pt x="2156" y="1579"/>
                    <a:pt x="6066" y="3258"/>
                    <a:pt x="7920" y="6918"/>
                  </a:cubicBezTo>
                  <a:cubicBezTo>
                    <a:pt x="10226" y="11429"/>
                    <a:pt x="10301" y="17720"/>
                    <a:pt x="9600" y="21579"/>
                  </a:cubicBezTo>
                  <a:cubicBezTo>
                    <a:pt x="9850" y="21705"/>
                    <a:pt x="10126" y="21855"/>
                    <a:pt x="10377" y="21955"/>
                  </a:cubicBezTo>
                  <a:cubicBezTo>
                    <a:pt x="11154" y="17970"/>
                    <a:pt x="11103" y="11304"/>
                    <a:pt x="8672" y="6517"/>
                  </a:cubicBezTo>
                  <a:cubicBezTo>
                    <a:pt x="6542" y="2356"/>
                    <a:pt x="2156" y="62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7235911" y="1131264"/>
              <a:ext cx="770561" cy="183276"/>
            </a:xfrm>
            <a:custGeom>
              <a:avLst/>
              <a:gdLst/>
              <a:ahLst/>
              <a:cxnLst/>
              <a:rect l="l" t="t" r="r" b="b"/>
              <a:pathLst>
                <a:path w="27320" h="6498" extrusionOk="0">
                  <a:moveTo>
                    <a:pt x="742" y="1"/>
                  </a:moveTo>
                  <a:cubicBezTo>
                    <a:pt x="507" y="1"/>
                    <a:pt x="265" y="26"/>
                    <a:pt x="26" y="56"/>
                  </a:cubicBezTo>
                  <a:cubicBezTo>
                    <a:pt x="26" y="357"/>
                    <a:pt x="26" y="633"/>
                    <a:pt x="1" y="934"/>
                  </a:cubicBezTo>
                  <a:cubicBezTo>
                    <a:pt x="225" y="891"/>
                    <a:pt x="505" y="857"/>
                    <a:pt x="738" y="857"/>
                  </a:cubicBezTo>
                  <a:cubicBezTo>
                    <a:pt x="922" y="857"/>
                    <a:pt x="1077" y="878"/>
                    <a:pt x="1154" y="934"/>
                  </a:cubicBezTo>
                  <a:cubicBezTo>
                    <a:pt x="1229" y="1034"/>
                    <a:pt x="1254" y="1485"/>
                    <a:pt x="1279" y="1736"/>
                  </a:cubicBezTo>
                  <a:cubicBezTo>
                    <a:pt x="1304" y="2412"/>
                    <a:pt x="1354" y="3164"/>
                    <a:pt x="1906" y="3490"/>
                  </a:cubicBezTo>
                  <a:cubicBezTo>
                    <a:pt x="2030" y="3559"/>
                    <a:pt x="2163" y="3588"/>
                    <a:pt x="2301" y="3588"/>
                  </a:cubicBezTo>
                  <a:cubicBezTo>
                    <a:pt x="2663" y="3588"/>
                    <a:pt x="3067" y="3389"/>
                    <a:pt x="3485" y="3189"/>
                  </a:cubicBezTo>
                  <a:cubicBezTo>
                    <a:pt x="3759" y="3052"/>
                    <a:pt x="4241" y="2832"/>
                    <a:pt x="4419" y="2832"/>
                  </a:cubicBezTo>
                  <a:cubicBezTo>
                    <a:pt x="4437" y="2832"/>
                    <a:pt x="4451" y="2834"/>
                    <a:pt x="4462" y="2838"/>
                  </a:cubicBezTo>
                  <a:cubicBezTo>
                    <a:pt x="4587" y="2913"/>
                    <a:pt x="4738" y="3365"/>
                    <a:pt x="4813" y="3640"/>
                  </a:cubicBezTo>
                  <a:cubicBezTo>
                    <a:pt x="5038" y="4292"/>
                    <a:pt x="5239" y="4944"/>
                    <a:pt x="5815" y="5119"/>
                  </a:cubicBezTo>
                  <a:cubicBezTo>
                    <a:pt x="5893" y="5142"/>
                    <a:pt x="5971" y="5153"/>
                    <a:pt x="6048" y="5153"/>
                  </a:cubicBezTo>
                  <a:cubicBezTo>
                    <a:pt x="6472" y="5153"/>
                    <a:pt x="6896" y="4835"/>
                    <a:pt x="7319" y="4517"/>
                  </a:cubicBezTo>
                  <a:cubicBezTo>
                    <a:pt x="7570" y="4317"/>
                    <a:pt x="8046" y="3966"/>
                    <a:pt x="8196" y="3966"/>
                  </a:cubicBezTo>
                  <a:cubicBezTo>
                    <a:pt x="8322" y="4041"/>
                    <a:pt x="8547" y="4467"/>
                    <a:pt x="8673" y="4743"/>
                  </a:cubicBezTo>
                  <a:cubicBezTo>
                    <a:pt x="8973" y="5320"/>
                    <a:pt x="9299" y="5946"/>
                    <a:pt x="9876" y="6021"/>
                  </a:cubicBezTo>
                  <a:cubicBezTo>
                    <a:pt x="9917" y="6027"/>
                    <a:pt x="9957" y="6030"/>
                    <a:pt x="9997" y="6030"/>
                  </a:cubicBezTo>
                  <a:cubicBezTo>
                    <a:pt x="10468" y="6030"/>
                    <a:pt x="10865" y="5633"/>
                    <a:pt x="11304" y="5194"/>
                  </a:cubicBezTo>
                  <a:cubicBezTo>
                    <a:pt x="11505" y="4994"/>
                    <a:pt x="11931" y="4568"/>
                    <a:pt x="12056" y="4568"/>
                  </a:cubicBezTo>
                  <a:lnTo>
                    <a:pt x="12081" y="4568"/>
                  </a:lnTo>
                  <a:cubicBezTo>
                    <a:pt x="12206" y="4618"/>
                    <a:pt x="12482" y="5044"/>
                    <a:pt x="12658" y="5269"/>
                  </a:cubicBezTo>
                  <a:cubicBezTo>
                    <a:pt x="13008" y="5821"/>
                    <a:pt x="13384" y="6397"/>
                    <a:pt x="13961" y="6422"/>
                  </a:cubicBezTo>
                  <a:cubicBezTo>
                    <a:pt x="13983" y="6424"/>
                    <a:pt x="14006" y="6425"/>
                    <a:pt x="14028" y="6425"/>
                  </a:cubicBezTo>
                  <a:cubicBezTo>
                    <a:pt x="14523" y="6425"/>
                    <a:pt x="14929" y="5900"/>
                    <a:pt x="15289" y="5420"/>
                  </a:cubicBezTo>
                  <a:cubicBezTo>
                    <a:pt x="15465" y="5194"/>
                    <a:pt x="15740" y="4818"/>
                    <a:pt x="15841" y="4793"/>
                  </a:cubicBezTo>
                  <a:cubicBezTo>
                    <a:pt x="15966" y="4818"/>
                    <a:pt x="16267" y="5244"/>
                    <a:pt x="16442" y="5495"/>
                  </a:cubicBezTo>
                  <a:cubicBezTo>
                    <a:pt x="16818" y="5996"/>
                    <a:pt x="17144" y="6497"/>
                    <a:pt x="17645" y="6497"/>
                  </a:cubicBezTo>
                  <a:lnTo>
                    <a:pt x="17670" y="6497"/>
                  </a:lnTo>
                  <a:cubicBezTo>
                    <a:pt x="18222" y="6497"/>
                    <a:pt x="18597" y="5921"/>
                    <a:pt x="18948" y="5370"/>
                  </a:cubicBezTo>
                  <a:cubicBezTo>
                    <a:pt x="19099" y="5144"/>
                    <a:pt x="19324" y="4768"/>
                    <a:pt x="19425" y="4718"/>
                  </a:cubicBezTo>
                  <a:cubicBezTo>
                    <a:pt x="19575" y="4743"/>
                    <a:pt x="19926" y="5144"/>
                    <a:pt x="20101" y="5370"/>
                  </a:cubicBezTo>
                  <a:cubicBezTo>
                    <a:pt x="20496" y="5834"/>
                    <a:pt x="20847" y="6255"/>
                    <a:pt x="21295" y="6255"/>
                  </a:cubicBezTo>
                  <a:cubicBezTo>
                    <a:pt x="21331" y="6255"/>
                    <a:pt x="21367" y="6252"/>
                    <a:pt x="21404" y="6247"/>
                  </a:cubicBezTo>
                  <a:cubicBezTo>
                    <a:pt x="21981" y="6197"/>
                    <a:pt x="22282" y="5570"/>
                    <a:pt x="22582" y="4969"/>
                  </a:cubicBezTo>
                  <a:cubicBezTo>
                    <a:pt x="22683" y="4743"/>
                    <a:pt x="22883" y="4342"/>
                    <a:pt x="22958" y="4292"/>
                  </a:cubicBezTo>
                  <a:cubicBezTo>
                    <a:pt x="22964" y="4291"/>
                    <a:pt x="22969" y="4291"/>
                    <a:pt x="22975" y="4291"/>
                  </a:cubicBezTo>
                  <a:cubicBezTo>
                    <a:pt x="23159" y="4291"/>
                    <a:pt x="23566" y="4673"/>
                    <a:pt x="23760" y="4843"/>
                  </a:cubicBezTo>
                  <a:cubicBezTo>
                    <a:pt x="24173" y="5213"/>
                    <a:pt x="24567" y="5544"/>
                    <a:pt x="24975" y="5544"/>
                  </a:cubicBezTo>
                  <a:cubicBezTo>
                    <a:pt x="25038" y="5544"/>
                    <a:pt x="25101" y="5537"/>
                    <a:pt x="25164" y="5520"/>
                  </a:cubicBezTo>
                  <a:cubicBezTo>
                    <a:pt x="25765" y="5345"/>
                    <a:pt x="25941" y="4618"/>
                    <a:pt x="26116" y="3966"/>
                  </a:cubicBezTo>
                  <a:cubicBezTo>
                    <a:pt x="26166" y="3741"/>
                    <a:pt x="26267" y="3340"/>
                    <a:pt x="26317" y="3264"/>
                  </a:cubicBezTo>
                  <a:cubicBezTo>
                    <a:pt x="26342" y="3252"/>
                    <a:pt x="26375" y="3246"/>
                    <a:pt x="26414" y="3246"/>
                  </a:cubicBezTo>
                  <a:cubicBezTo>
                    <a:pt x="26613" y="3246"/>
                    <a:pt x="26976" y="3389"/>
                    <a:pt x="27269" y="3515"/>
                  </a:cubicBezTo>
                  <a:cubicBezTo>
                    <a:pt x="27269" y="3214"/>
                    <a:pt x="27294" y="2913"/>
                    <a:pt x="27319" y="2613"/>
                  </a:cubicBezTo>
                  <a:cubicBezTo>
                    <a:pt x="27021" y="2497"/>
                    <a:pt x="26702" y="2403"/>
                    <a:pt x="26403" y="2403"/>
                  </a:cubicBezTo>
                  <a:cubicBezTo>
                    <a:pt x="26250" y="2403"/>
                    <a:pt x="26102" y="2428"/>
                    <a:pt x="25966" y="2487"/>
                  </a:cubicBezTo>
                  <a:cubicBezTo>
                    <a:pt x="25565" y="2688"/>
                    <a:pt x="25440" y="3189"/>
                    <a:pt x="25289" y="3766"/>
                  </a:cubicBezTo>
                  <a:cubicBezTo>
                    <a:pt x="25214" y="4041"/>
                    <a:pt x="25064" y="4618"/>
                    <a:pt x="24963" y="4693"/>
                  </a:cubicBezTo>
                  <a:cubicBezTo>
                    <a:pt x="24863" y="4668"/>
                    <a:pt x="24512" y="4392"/>
                    <a:pt x="24337" y="4217"/>
                  </a:cubicBezTo>
                  <a:cubicBezTo>
                    <a:pt x="23884" y="3831"/>
                    <a:pt x="23430" y="3426"/>
                    <a:pt x="22958" y="3426"/>
                  </a:cubicBezTo>
                  <a:cubicBezTo>
                    <a:pt x="22909" y="3426"/>
                    <a:pt x="22858" y="3430"/>
                    <a:pt x="22808" y="3440"/>
                  </a:cubicBezTo>
                  <a:cubicBezTo>
                    <a:pt x="22332" y="3540"/>
                    <a:pt x="22081" y="4066"/>
                    <a:pt x="21805" y="4593"/>
                  </a:cubicBezTo>
                  <a:cubicBezTo>
                    <a:pt x="21680" y="4868"/>
                    <a:pt x="21430" y="5345"/>
                    <a:pt x="21354" y="5420"/>
                  </a:cubicBezTo>
                  <a:cubicBezTo>
                    <a:pt x="21229" y="5370"/>
                    <a:pt x="20928" y="5019"/>
                    <a:pt x="20753" y="4818"/>
                  </a:cubicBezTo>
                  <a:cubicBezTo>
                    <a:pt x="20362" y="4354"/>
                    <a:pt x="19922" y="3865"/>
                    <a:pt x="19412" y="3865"/>
                  </a:cubicBezTo>
                  <a:cubicBezTo>
                    <a:pt x="19400" y="3865"/>
                    <a:pt x="19387" y="3865"/>
                    <a:pt x="19374" y="3866"/>
                  </a:cubicBezTo>
                  <a:cubicBezTo>
                    <a:pt x="18873" y="3891"/>
                    <a:pt x="18572" y="4392"/>
                    <a:pt x="18222" y="4919"/>
                  </a:cubicBezTo>
                  <a:cubicBezTo>
                    <a:pt x="18071" y="5144"/>
                    <a:pt x="17770" y="5595"/>
                    <a:pt x="17695" y="5645"/>
                  </a:cubicBezTo>
                  <a:cubicBezTo>
                    <a:pt x="17570" y="5595"/>
                    <a:pt x="17294" y="5219"/>
                    <a:pt x="17144" y="4994"/>
                  </a:cubicBezTo>
                  <a:cubicBezTo>
                    <a:pt x="16768" y="4467"/>
                    <a:pt x="16392" y="3941"/>
                    <a:pt x="15866" y="3941"/>
                  </a:cubicBezTo>
                  <a:lnTo>
                    <a:pt x="15841" y="3941"/>
                  </a:lnTo>
                  <a:cubicBezTo>
                    <a:pt x="15364" y="3941"/>
                    <a:pt x="14988" y="4392"/>
                    <a:pt x="14612" y="4893"/>
                  </a:cubicBezTo>
                  <a:cubicBezTo>
                    <a:pt x="14437" y="5119"/>
                    <a:pt x="14136" y="5545"/>
                    <a:pt x="14011" y="5570"/>
                  </a:cubicBezTo>
                  <a:cubicBezTo>
                    <a:pt x="13861" y="5570"/>
                    <a:pt x="13510" y="5044"/>
                    <a:pt x="13359" y="4818"/>
                  </a:cubicBezTo>
                  <a:cubicBezTo>
                    <a:pt x="13008" y="4267"/>
                    <a:pt x="12683" y="3766"/>
                    <a:pt x="12156" y="3715"/>
                  </a:cubicBezTo>
                  <a:cubicBezTo>
                    <a:pt x="12129" y="3713"/>
                    <a:pt x="12103" y="3712"/>
                    <a:pt x="12076" y="3712"/>
                  </a:cubicBezTo>
                  <a:cubicBezTo>
                    <a:pt x="11561" y="3712"/>
                    <a:pt x="11131" y="4164"/>
                    <a:pt x="10678" y="4593"/>
                  </a:cubicBezTo>
                  <a:cubicBezTo>
                    <a:pt x="10477" y="4818"/>
                    <a:pt x="10126" y="5169"/>
                    <a:pt x="10001" y="5169"/>
                  </a:cubicBezTo>
                  <a:cubicBezTo>
                    <a:pt x="9851" y="5144"/>
                    <a:pt x="9575" y="4618"/>
                    <a:pt x="9450" y="4342"/>
                  </a:cubicBezTo>
                  <a:cubicBezTo>
                    <a:pt x="9149" y="3791"/>
                    <a:pt x="8873" y="3264"/>
                    <a:pt x="8397" y="3139"/>
                  </a:cubicBezTo>
                  <a:cubicBezTo>
                    <a:pt x="8339" y="3128"/>
                    <a:pt x="8281" y="3123"/>
                    <a:pt x="8223" y="3123"/>
                  </a:cubicBezTo>
                  <a:cubicBezTo>
                    <a:pt x="7734" y="3123"/>
                    <a:pt x="7264" y="3482"/>
                    <a:pt x="6793" y="3841"/>
                  </a:cubicBezTo>
                  <a:cubicBezTo>
                    <a:pt x="6567" y="4016"/>
                    <a:pt x="6191" y="4317"/>
                    <a:pt x="6066" y="4317"/>
                  </a:cubicBezTo>
                  <a:cubicBezTo>
                    <a:pt x="5916" y="4267"/>
                    <a:pt x="5715" y="3665"/>
                    <a:pt x="5640" y="3365"/>
                  </a:cubicBezTo>
                  <a:cubicBezTo>
                    <a:pt x="5439" y="2788"/>
                    <a:pt x="5264" y="2237"/>
                    <a:pt x="4813" y="2061"/>
                  </a:cubicBezTo>
                  <a:cubicBezTo>
                    <a:pt x="4683" y="2006"/>
                    <a:pt x="4549" y="1982"/>
                    <a:pt x="4412" y="1982"/>
                  </a:cubicBezTo>
                  <a:cubicBezTo>
                    <a:pt x="3992" y="1982"/>
                    <a:pt x="3543" y="2204"/>
                    <a:pt x="3109" y="2412"/>
                  </a:cubicBezTo>
                  <a:cubicBezTo>
                    <a:pt x="2871" y="2531"/>
                    <a:pt x="2476" y="2740"/>
                    <a:pt x="2350" y="2740"/>
                  </a:cubicBezTo>
                  <a:cubicBezTo>
                    <a:pt x="2343" y="2740"/>
                    <a:pt x="2337" y="2739"/>
                    <a:pt x="2332" y="2738"/>
                  </a:cubicBezTo>
                  <a:cubicBezTo>
                    <a:pt x="2181" y="2663"/>
                    <a:pt x="2131" y="2011"/>
                    <a:pt x="2131" y="1685"/>
                  </a:cubicBezTo>
                  <a:cubicBezTo>
                    <a:pt x="2081" y="1109"/>
                    <a:pt x="2056" y="558"/>
                    <a:pt x="1705" y="257"/>
                  </a:cubicBezTo>
                  <a:cubicBezTo>
                    <a:pt x="1433" y="60"/>
                    <a:pt x="1097" y="1"/>
                    <a:pt x="7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7234500" y="1238866"/>
              <a:ext cx="767007" cy="139304"/>
            </a:xfrm>
            <a:custGeom>
              <a:avLst/>
              <a:gdLst/>
              <a:ahLst/>
              <a:cxnLst/>
              <a:rect l="l" t="t" r="r" b="b"/>
              <a:pathLst>
                <a:path w="27194" h="4939" extrusionOk="0">
                  <a:moveTo>
                    <a:pt x="26" y="1"/>
                  </a:moveTo>
                  <a:cubicBezTo>
                    <a:pt x="26" y="327"/>
                    <a:pt x="1" y="677"/>
                    <a:pt x="26" y="1003"/>
                  </a:cubicBezTo>
                  <a:cubicBezTo>
                    <a:pt x="2106" y="2231"/>
                    <a:pt x="7244" y="4813"/>
                    <a:pt x="13710" y="4913"/>
                  </a:cubicBezTo>
                  <a:cubicBezTo>
                    <a:pt x="14011" y="4938"/>
                    <a:pt x="14287" y="4938"/>
                    <a:pt x="14587" y="4938"/>
                  </a:cubicBezTo>
                  <a:cubicBezTo>
                    <a:pt x="21605" y="4938"/>
                    <a:pt x="24963" y="3434"/>
                    <a:pt x="27119" y="2181"/>
                  </a:cubicBezTo>
                  <a:cubicBezTo>
                    <a:pt x="27144" y="1830"/>
                    <a:pt x="27169" y="1505"/>
                    <a:pt x="27194" y="1154"/>
                  </a:cubicBezTo>
                  <a:lnTo>
                    <a:pt x="27194" y="1154"/>
                  </a:lnTo>
                  <a:cubicBezTo>
                    <a:pt x="25018" y="2483"/>
                    <a:pt x="21956" y="4093"/>
                    <a:pt x="14568" y="4093"/>
                  </a:cubicBezTo>
                  <a:cubicBezTo>
                    <a:pt x="14296" y="4093"/>
                    <a:pt x="14019" y="4090"/>
                    <a:pt x="13735" y="4086"/>
                  </a:cubicBezTo>
                  <a:cubicBezTo>
                    <a:pt x="7018" y="3961"/>
                    <a:pt x="1680" y="1028"/>
                    <a:pt x="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238759" y="1326951"/>
              <a:ext cx="752848" cy="126838"/>
            </a:xfrm>
            <a:custGeom>
              <a:avLst/>
              <a:gdLst/>
              <a:ahLst/>
              <a:cxnLst/>
              <a:rect l="l" t="t" r="r" b="b"/>
              <a:pathLst>
                <a:path w="26692" h="4497" extrusionOk="0">
                  <a:moveTo>
                    <a:pt x="491" y="0"/>
                  </a:moveTo>
                  <a:cubicBezTo>
                    <a:pt x="340" y="0"/>
                    <a:pt x="193" y="84"/>
                    <a:pt x="125" y="236"/>
                  </a:cubicBezTo>
                  <a:cubicBezTo>
                    <a:pt x="0" y="437"/>
                    <a:pt x="75" y="687"/>
                    <a:pt x="301" y="788"/>
                  </a:cubicBezTo>
                  <a:lnTo>
                    <a:pt x="276" y="788"/>
                  </a:lnTo>
                  <a:cubicBezTo>
                    <a:pt x="351" y="838"/>
                    <a:pt x="426" y="838"/>
                    <a:pt x="501" y="838"/>
                  </a:cubicBezTo>
                  <a:cubicBezTo>
                    <a:pt x="627" y="838"/>
                    <a:pt x="777" y="762"/>
                    <a:pt x="852" y="637"/>
                  </a:cubicBezTo>
                  <a:cubicBezTo>
                    <a:pt x="978" y="437"/>
                    <a:pt x="902" y="186"/>
                    <a:pt x="702" y="61"/>
                  </a:cubicBezTo>
                  <a:cubicBezTo>
                    <a:pt x="637" y="20"/>
                    <a:pt x="563" y="0"/>
                    <a:pt x="491" y="0"/>
                  </a:cubicBezTo>
                  <a:close/>
                  <a:moveTo>
                    <a:pt x="1983" y="773"/>
                  </a:moveTo>
                  <a:cubicBezTo>
                    <a:pt x="1822" y="773"/>
                    <a:pt x="1659" y="866"/>
                    <a:pt x="1604" y="1013"/>
                  </a:cubicBezTo>
                  <a:cubicBezTo>
                    <a:pt x="1504" y="1239"/>
                    <a:pt x="1579" y="1489"/>
                    <a:pt x="1780" y="1564"/>
                  </a:cubicBezTo>
                  <a:cubicBezTo>
                    <a:pt x="1855" y="1615"/>
                    <a:pt x="1905" y="1615"/>
                    <a:pt x="1980" y="1615"/>
                  </a:cubicBezTo>
                  <a:cubicBezTo>
                    <a:pt x="2130" y="1615"/>
                    <a:pt x="2281" y="1539"/>
                    <a:pt x="2356" y="1389"/>
                  </a:cubicBezTo>
                  <a:cubicBezTo>
                    <a:pt x="2456" y="1163"/>
                    <a:pt x="2356" y="913"/>
                    <a:pt x="2156" y="813"/>
                  </a:cubicBezTo>
                  <a:cubicBezTo>
                    <a:pt x="2102" y="786"/>
                    <a:pt x="2043" y="773"/>
                    <a:pt x="1983" y="773"/>
                  </a:cubicBezTo>
                  <a:close/>
                  <a:moveTo>
                    <a:pt x="26219" y="1245"/>
                  </a:moveTo>
                  <a:cubicBezTo>
                    <a:pt x="26152" y="1245"/>
                    <a:pt x="26083" y="1259"/>
                    <a:pt x="26015" y="1289"/>
                  </a:cubicBezTo>
                  <a:cubicBezTo>
                    <a:pt x="25815" y="1414"/>
                    <a:pt x="25740" y="1665"/>
                    <a:pt x="25840" y="1865"/>
                  </a:cubicBezTo>
                  <a:cubicBezTo>
                    <a:pt x="25915" y="2016"/>
                    <a:pt x="26065" y="2091"/>
                    <a:pt x="26216" y="2091"/>
                  </a:cubicBezTo>
                  <a:cubicBezTo>
                    <a:pt x="26291" y="2091"/>
                    <a:pt x="26366" y="2091"/>
                    <a:pt x="26416" y="2041"/>
                  </a:cubicBezTo>
                  <a:cubicBezTo>
                    <a:pt x="26617" y="1940"/>
                    <a:pt x="26692" y="1690"/>
                    <a:pt x="26592" y="1464"/>
                  </a:cubicBezTo>
                  <a:cubicBezTo>
                    <a:pt x="26521" y="1324"/>
                    <a:pt x="26377" y="1245"/>
                    <a:pt x="26219" y="1245"/>
                  </a:cubicBezTo>
                  <a:close/>
                  <a:moveTo>
                    <a:pt x="3519" y="1464"/>
                  </a:moveTo>
                  <a:cubicBezTo>
                    <a:pt x="3354" y="1464"/>
                    <a:pt x="3186" y="1559"/>
                    <a:pt x="3108" y="1715"/>
                  </a:cubicBezTo>
                  <a:cubicBezTo>
                    <a:pt x="3008" y="1940"/>
                    <a:pt x="3108" y="2191"/>
                    <a:pt x="3333" y="2266"/>
                  </a:cubicBezTo>
                  <a:cubicBezTo>
                    <a:pt x="3384" y="2291"/>
                    <a:pt x="3459" y="2316"/>
                    <a:pt x="3509" y="2316"/>
                  </a:cubicBezTo>
                  <a:cubicBezTo>
                    <a:pt x="3659" y="2316"/>
                    <a:pt x="3810" y="2216"/>
                    <a:pt x="3885" y="2041"/>
                  </a:cubicBezTo>
                  <a:cubicBezTo>
                    <a:pt x="3985" y="1840"/>
                    <a:pt x="3885" y="1590"/>
                    <a:pt x="3659" y="1489"/>
                  </a:cubicBezTo>
                  <a:cubicBezTo>
                    <a:pt x="3614" y="1472"/>
                    <a:pt x="3566" y="1464"/>
                    <a:pt x="3519" y="1464"/>
                  </a:cubicBezTo>
                  <a:close/>
                  <a:moveTo>
                    <a:pt x="24727" y="1977"/>
                  </a:moveTo>
                  <a:cubicBezTo>
                    <a:pt x="24671" y="1977"/>
                    <a:pt x="24614" y="1989"/>
                    <a:pt x="24562" y="2016"/>
                  </a:cubicBezTo>
                  <a:cubicBezTo>
                    <a:pt x="24336" y="2091"/>
                    <a:pt x="24236" y="2341"/>
                    <a:pt x="24336" y="2567"/>
                  </a:cubicBezTo>
                  <a:cubicBezTo>
                    <a:pt x="24386" y="2717"/>
                    <a:pt x="24562" y="2818"/>
                    <a:pt x="24712" y="2818"/>
                  </a:cubicBezTo>
                  <a:cubicBezTo>
                    <a:pt x="24762" y="2818"/>
                    <a:pt x="24837" y="2818"/>
                    <a:pt x="24887" y="2793"/>
                  </a:cubicBezTo>
                  <a:cubicBezTo>
                    <a:pt x="25088" y="2692"/>
                    <a:pt x="25188" y="2442"/>
                    <a:pt x="25113" y="2241"/>
                  </a:cubicBezTo>
                  <a:cubicBezTo>
                    <a:pt x="25039" y="2075"/>
                    <a:pt x="24884" y="1977"/>
                    <a:pt x="24727" y="1977"/>
                  </a:cubicBezTo>
                  <a:close/>
                  <a:moveTo>
                    <a:pt x="5050" y="2066"/>
                  </a:moveTo>
                  <a:cubicBezTo>
                    <a:pt x="4885" y="2066"/>
                    <a:pt x="4720" y="2166"/>
                    <a:pt x="4662" y="2341"/>
                  </a:cubicBezTo>
                  <a:cubicBezTo>
                    <a:pt x="4587" y="2567"/>
                    <a:pt x="4687" y="2793"/>
                    <a:pt x="4912" y="2893"/>
                  </a:cubicBezTo>
                  <a:cubicBezTo>
                    <a:pt x="4963" y="2893"/>
                    <a:pt x="5013" y="2918"/>
                    <a:pt x="5063" y="2918"/>
                  </a:cubicBezTo>
                  <a:cubicBezTo>
                    <a:pt x="5238" y="2918"/>
                    <a:pt x="5389" y="2793"/>
                    <a:pt x="5464" y="2617"/>
                  </a:cubicBezTo>
                  <a:cubicBezTo>
                    <a:pt x="5539" y="2392"/>
                    <a:pt x="5414" y="2166"/>
                    <a:pt x="5188" y="2091"/>
                  </a:cubicBezTo>
                  <a:cubicBezTo>
                    <a:pt x="5144" y="2074"/>
                    <a:pt x="5097" y="2066"/>
                    <a:pt x="5050" y="2066"/>
                  </a:cubicBezTo>
                  <a:close/>
                  <a:moveTo>
                    <a:pt x="23165" y="2545"/>
                  </a:moveTo>
                  <a:cubicBezTo>
                    <a:pt x="23122" y="2545"/>
                    <a:pt x="23077" y="2552"/>
                    <a:pt x="23033" y="2567"/>
                  </a:cubicBezTo>
                  <a:cubicBezTo>
                    <a:pt x="22807" y="2642"/>
                    <a:pt x="22682" y="2868"/>
                    <a:pt x="22732" y="3093"/>
                  </a:cubicBezTo>
                  <a:cubicBezTo>
                    <a:pt x="22807" y="3269"/>
                    <a:pt x="22983" y="3394"/>
                    <a:pt x="23158" y="3394"/>
                  </a:cubicBezTo>
                  <a:cubicBezTo>
                    <a:pt x="23183" y="3394"/>
                    <a:pt x="23233" y="3394"/>
                    <a:pt x="23283" y="3369"/>
                  </a:cubicBezTo>
                  <a:cubicBezTo>
                    <a:pt x="23484" y="3294"/>
                    <a:pt x="23609" y="3068"/>
                    <a:pt x="23559" y="2843"/>
                  </a:cubicBezTo>
                  <a:cubicBezTo>
                    <a:pt x="23499" y="2662"/>
                    <a:pt x="23342" y="2545"/>
                    <a:pt x="23165" y="2545"/>
                  </a:cubicBezTo>
                  <a:close/>
                  <a:moveTo>
                    <a:pt x="6635" y="2570"/>
                  </a:moveTo>
                  <a:cubicBezTo>
                    <a:pt x="6458" y="2570"/>
                    <a:pt x="6301" y="2687"/>
                    <a:pt x="6241" y="2868"/>
                  </a:cubicBezTo>
                  <a:cubicBezTo>
                    <a:pt x="6191" y="3093"/>
                    <a:pt x="6316" y="3344"/>
                    <a:pt x="6542" y="3394"/>
                  </a:cubicBezTo>
                  <a:cubicBezTo>
                    <a:pt x="6567" y="3419"/>
                    <a:pt x="6617" y="3419"/>
                    <a:pt x="6642" y="3419"/>
                  </a:cubicBezTo>
                  <a:cubicBezTo>
                    <a:pt x="6842" y="3419"/>
                    <a:pt x="6993" y="3294"/>
                    <a:pt x="7043" y="3118"/>
                  </a:cubicBezTo>
                  <a:cubicBezTo>
                    <a:pt x="7118" y="2893"/>
                    <a:pt x="6993" y="2667"/>
                    <a:pt x="6767" y="2592"/>
                  </a:cubicBezTo>
                  <a:cubicBezTo>
                    <a:pt x="6723" y="2577"/>
                    <a:pt x="6678" y="2570"/>
                    <a:pt x="6635" y="2570"/>
                  </a:cubicBezTo>
                  <a:close/>
                  <a:moveTo>
                    <a:pt x="8282" y="2983"/>
                  </a:moveTo>
                  <a:cubicBezTo>
                    <a:pt x="8084" y="2983"/>
                    <a:pt x="7888" y="3123"/>
                    <a:pt x="7845" y="3319"/>
                  </a:cubicBezTo>
                  <a:cubicBezTo>
                    <a:pt x="7795" y="3544"/>
                    <a:pt x="7945" y="3770"/>
                    <a:pt x="8171" y="3820"/>
                  </a:cubicBezTo>
                  <a:lnTo>
                    <a:pt x="8271" y="3820"/>
                  </a:lnTo>
                  <a:cubicBezTo>
                    <a:pt x="8471" y="3820"/>
                    <a:pt x="8622" y="3695"/>
                    <a:pt x="8672" y="3494"/>
                  </a:cubicBezTo>
                  <a:cubicBezTo>
                    <a:pt x="8722" y="3269"/>
                    <a:pt x="8597" y="3043"/>
                    <a:pt x="8371" y="2993"/>
                  </a:cubicBezTo>
                  <a:cubicBezTo>
                    <a:pt x="8342" y="2987"/>
                    <a:pt x="8312" y="2983"/>
                    <a:pt x="8282" y="2983"/>
                  </a:cubicBezTo>
                  <a:close/>
                  <a:moveTo>
                    <a:pt x="21552" y="2982"/>
                  </a:moveTo>
                  <a:cubicBezTo>
                    <a:pt x="21520" y="2982"/>
                    <a:pt x="21487" y="2986"/>
                    <a:pt x="21454" y="2993"/>
                  </a:cubicBezTo>
                  <a:cubicBezTo>
                    <a:pt x="21203" y="3043"/>
                    <a:pt x="21078" y="3269"/>
                    <a:pt x="21128" y="3494"/>
                  </a:cubicBezTo>
                  <a:cubicBezTo>
                    <a:pt x="21153" y="3695"/>
                    <a:pt x="21329" y="3820"/>
                    <a:pt x="21529" y="3820"/>
                  </a:cubicBezTo>
                  <a:lnTo>
                    <a:pt x="21629" y="3820"/>
                  </a:lnTo>
                  <a:cubicBezTo>
                    <a:pt x="21855" y="3745"/>
                    <a:pt x="22005" y="3544"/>
                    <a:pt x="21955" y="3319"/>
                  </a:cubicBezTo>
                  <a:cubicBezTo>
                    <a:pt x="21912" y="3105"/>
                    <a:pt x="21742" y="2982"/>
                    <a:pt x="21552" y="2982"/>
                  </a:cubicBezTo>
                  <a:close/>
                  <a:moveTo>
                    <a:pt x="19910" y="3285"/>
                  </a:moveTo>
                  <a:cubicBezTo>
                    <a:pt x="19882" y="3285"/>
                    <a:pt x="19854" y="3288"/>
                    <a:pt x="19825" y="3294"/>
                  </a:cubicBezTo>
                  <a:cubicBezTo>
                    <a:pt x="19599" y="3319"/>
                    <a:pt x="19449" y="3544"/>
                    <a:pt x="19474" y="3770"/>
                  </a:cubicBezTo>
                  <a:cubicBezTo>
                    <a:pt x="19499" y="3971"/>
                    <a:pt x="19674" y="4121"/>
                    <a:pt x="19900" y="4121"/>
                  </a:cubicBezTo>
                  <a:lnTo>
                    <a:pt x="19950" y="4121"/>
                  </a:lnTo>
                  <a:cubicBezTo>
                    <a:pt x="20201" y="4096"/>
                    <a:pt x="20351" y="3870"/>
                    <a:pt x="20301" y="3645"/>
                  </a:cubicBezTo>
                  <a:cubicBezTo>
                    <a:pt x="20279" y="3445"/>
                    <a:pt x="20120" y="3285"/>
                    <a:pt x="19910" y="3285"/>
                  </a:cubicBezTo>
                  <a:close/>
                  <a:moveTo>
                    <a:pt x="9897" y="3310"/>
                  </a:moveTo>
                  <a:cubicBezTo>
                    <a:pt x="9700" y="3310"/>
                    <a:pt x="9521" y="3470"/>
                    <a:pt x="9499" y="3670"/>
                  </a:cubicBezTo>
                  <a:cubicBezTo>
                    <a:pt x="9449" y="3895"/>
                    <a:pt x="9599" y="4121"/>
                    <a:pt x="9850" y="4146"/>
                  </a:cubicBezTo>
                  <a:lnTo>
                    <a:pt x="9900" y="4146"/>
                  </a:lnTo>
                  <a:cubicBezTo>
                    <a:pt x="10100" y="4146"/>
                    <a:pt x="10301" y="4021"/>
                    <a:pt x="10326" y="3795"/>
                  </a:cubicBezTo>
                  <a:cubicBezTo>
                    <a:pt x="10351" y="3570"/>
                    <a:pt x="10201" y="3344"/>
                    <a:pt x="9975" y="3319"/>
                  </a:cubicBezTo>
                  <a:cubicBezTo>
                    <a:pt x="9949" y="3313"/>
                    <a:pt x="9923" y="3310"/>
                    <a:pt x="9897" y="3310"/>
                  </a:cubicBezTo>
                  <a:close/>
                  <a:moveTo>
                    <a:pt x="18245" y="3492"/>
                  </a:moveTo>
                  <a:cubicBezTo>
                    <a:pt x="18228" y="3492"/>
                    <a:pt x="18212" y="3492"/>
                    <a:pt x="18196" y="3494"/>
                  </a:cubicBezTo>
                  <a:cubicBezTo>
                    <a:pt x="17970" y="3494"/>
                    <a:pt x="17795" y="3720"/>
                    <a:pt x="17820" y="3945"/>
                  </a:cubicBezTo>
                  <a:cubicBezTo>
                    <a:pt x="17845" y="4171"/>
                    <a:pt x="18020" y="4321"/>
                    <a:pt x="18246" y="4321"/>
                  </a:cubicBezTo>
                  <a:lnTo>
                    <a:pt x="18271" y="4321"/>
                  </a:lnTo>
                  <a:cubicBezTo>
                    <a:pt x="18522" y="4296"/>
                    <a:pt x="18672" y="4096"/>
                    <a:pt x="18647" y="3870"/>
                  </a:cubicBezTo>
                  <a:cubicBezTo>
                    <a:pt x="18647" y="3638"/>
                    <a:pt x="18453" y="3492"/>
                    <a:pt x="18245" y="3492"/>
                  </a:cubicBezTo>
                  <a:close/>
                  <a:moveTo>
                    <a:pt x="11561" y="3517"/>
                  </a:moveTo>
                  <a:cubicBezTo>
                    <a:pt x="11351" y="3517"/>
                    <a:pt x="11153" y="3684"/>
                    <a:pt x="11153" y="3895"/>
                  </a:cubicBezTo>
                  <a:cubicBezTo>
                    <a:pt x="11128" y="4146"/>
                    <a:pt x="11303" y="4346"/>
                    <a:pt x="11529" y="4372"/>
                  </a:cubicBezTo>
                  <a:lnTo>
                    <a:pt x="11554" y="4372"/>
                  </a:lnTo>
                  <a:cubicBezTo>
                    <a:pt x="11780" y="4372"/>
                    <a:pt x="11980" y="4196"/>
                    <a:pt x="11980" y="3996"/>
                  </a:cubicBezTo>
                  <a:cubicBezTo>
                    <a:pt x="12005" y="3745"/>
                    <a:pt x="11830" y="3544"/>
                    <a:pt x="11604" y="3519"/>
                  </a:cubicBezTo>
                  <a:cubicBezTo>
                    <a:pt x="11590" y="3518"/>
                    <a:pt x="11575" y="3517"/>
                    <a:pt x="11561" y="3517"/>
                  </a:cubicBezTo>
                  <a:close/>
                  <a:moveTo>
                    <a:pt x="16542" y="3595"/>
                  </a:moveTo>
                  <a:cubicBezTo>
                    <a:pt x="16316" y="3620"/>
                    <a:pt x="16141" y="3795"/>
                    <a:pt x="16141" y="4046"/>
                  </a:cubicBezTo>
                  <a:cubicBezTo>
                    <a:pt x="16166" y="4271"/>
                    <a:pt x="16366" y="4447"/>
                    <a:pt x="16592" y="4447"/>
                  </a:cubicBezTo>
                  <a:cubicBezTo>
                    <a:pt x="16817" y="4422"/>
                    <a:pt x="16993" y="4246"/>
                    <a:pt x="16993" y="3996"/>
                  </a:cubicBezTo>
                  <a:cubicBezTo>
                    <a:pt x="16993" y="3770"/>
                    <a:pt x="16792" y="3595"/>
                    <a:pt x="16542" y="3595"/>
                  </a:cubicBezTo>
                  <a:close/>
                  <a:moveTo>
                    <a:pt x="13233" y="3620"/>
                  </a:moveTo>
                  <a:cubicBezTo>
                    <a:pt x="13008" y="3620"/>
                    <a:pt x="12807" y="3795"/>
                    <a:pt x="12807" y="4046"/>
                  </a:cubicBezTo>
                  <a:cubicBezTo>
                    <a:pt x="12807" y="4271"/>
                    <a:pt x="12983" y="4472"/>
                    <a:pt x="13208" y="4472"/>
                  </a:cubicBezTo>
                  <a:lnTo>
                    <a:pt x="13233" y="4472"/>
                  </a:lnTo>
                  <a:cubicBezTo>
                    <a:pt x="13459" y="4472"/>
                    <a:pt x="13659" y="4296"/>
                    <a:pt x="13659" y="4071"/>
                  </a:cubicBezTo>
                  <a:cubicBezTo>
                    <a:pt x="13659" y="3820"/>
                    <a:pt x="13484" y="3645"/>
                    <a:pt x="13233" y="3620"/>
                  </a:cubicBezTo>
                  <a:close/>
                  <a:moveTo>
                    <a:pt x="14887" y="3645"/>
                  </a:moveTo>
                  <a:cubicBezTo>
                    <a:pt x="14662" y="3645"/>
                    <a:pt x="14486" y="3845"/>
                    <a:pt x="14486" y="4071"/>
                  </a:cubicBezTo>
                  <a:cubicBezTo>
                    <a:pt x="14486" y="4296"/>
                    <a:pt x="14662" y="4497"/>
                    <a:pt x="14887" y="4497"/>
                  </a:cubicBezTo>
                  <a:lnTo>
                    <a:pt x="14912" y="4497"/>
                  </a:lnTo>
                  <a:cubicBezTo>
                    <a:pt x="15138" y="4497"/>
                    <a:pt x="15339" y="4296"/>
                    <a:pt x="15313" y="4071"/>
                  </a:cubicBezTo>
                  <a:cubicBezTo>
                    <a:pt x="15313" y="3820"/>
                    <a:pt x="15138" y="3645"/>
                    <a:pt x="14887" y="36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8" name="Google Shape;1168;p41"/>
          <p:cNvGrpSpPr/>
          <p:nvPr/>
        </p:nvGrpSpPr>
        <p:grpSpPr>
          <a:xfrm>
            <a:off x="453300" y="2779925"/>
            <a:ext cx="1261950" cy="1890250"/>
            <a:chOff x="720000" y="2713250"/>
            <a:chExt cx="1261950" cy="1890250"/>
          </a:xfrm>
        </p:grpSpPr>
        <p:sp>
          <p:nvSpPr>
            <p:cNvPr id="1169" name="Google Shape;1169;p41"/>
            <p:cNvSpPr/>
            <p:nvPr/>
          </p:nvSpPr>
          <p:spPr>
            <a:xfrm>
              <a:off x="720000" y="3441225"/>
              <a:ext cx="1261950" cy="1162275"/>
            </a:xfrm>
            <a:custGeom>
              <a:avLst/>
              <a:gdLst/>
              <a:ahLst/>
              <a:cxnLst/>
              <a:rect l="l" t="t" r="r" b="b"/>
              <a:pathLst>
                <a:path w="50478" h="46491" extrusionOk="0">
                  <a:moveTo>
                    <a:pt x="42357" y="1"/>
                  </a:moveTo>
                  <a:lnTo>
                    <a:pt x="10978" y="6667"/>
                  </a:lnTo>
                  <a:cubicBezTo>
                    <a:pt x="11680" y="12256"/>
                    <a:pt x="14638" y="29174"/>
                    <a:pt x="13861" y="29650"/>
                  </a:cubicBezTo>
                  <a:cubicBezTo>
                    <a:pt x="7069" y="33836"/>
                    <a:pt x="252" y="31981"/>
                    <a:pt x="1" y="40227"/>
                  </a:cubicBezTo>
                  <a:cubicBezTo>
                    <a:pt x="76" y="45891"/>
                    <a:pt x="7094" y="46292"/>
                    <a:pt x="10878" y="46442"/>
                  </a:cubicBezTo>
                  <a:cubicBezTo>
                    <a:pt x="11318" y="46475"/>
                    <a:pt x="11815" y="46490"/>
                    <a:pt x="12362" y="46490"/>
                  </a:cubicBezTo>
                  <a:cubicBezTo>
                    <a:pt x="19766" y="46490"/>
                    <a:pt x="36243" y="43661"/>
                    <a:pt x="41355" y="42658"/>
                  </a:cubicBezTo>
                  <a:cubicBezTo>
                    <a:pt x="50477" y="40853"/>
                    <a:pt x="47821" y="34011"/>
                    <a:pt x="423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720000" y="4235725"/>
              <a:ext cx="449275" cy="367775"/>
            </a:xfrm>
            <a:custGeom>
              <a:avLst/>
              <a:gdLst/>
              <a:ahLst/>
              <a:cxnLst/>
              <a:rect l="l" t="t" r="r" b="b"/>
              <a:pathLst>
                <a:path w="17971" h="14711" extrusionOk="0">
                  <a:moveTo>
                    <a:pt x="9224" y="0"/>
                  </a:moveTo>
                  <a:cubicBezTo>
                    <a:pt x="4262" y="1730"/>
                    <a:pt x="201" y="2106"/>
                    <a:pt x="1" y="8447"/>
                  </a:cubicBezTo>
                  <a:cubicBezTo>
                    <a:pt x="76" y="14111"/>
                    <a:pt x="7094" y="14512"/>
                    <a:pt x="10878" y="14662"/>
                  </a:cubicBezTo>
                  <a:cubicBezTo>
                    <a:pt x="11321" y="14695"/>
                    <a:pt x="11824" y="14711"/>
                    <a:pt x="12377" y="14711"/>
                  </a:cubicBezTo>
                  <a:cubicBezTo>
                    <a:pt x="13918" y="14711"/>
                    <a:pt x="15849" y="14589"/>
                    <a:pt x="17971" y="14386"/>
                  </a:cubicBezTo>
                  <a:cubicBezTo>
                    <a:pt x="16793" y="8421"/>
                    <a:pt x="14487" y="2958"/>
                    <a:pt x="9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1678025" y="4157400"/>
              <a:ext cx="244400" cy="364075"/>
            </a:xfrm>
            <a:custGeom>
              <a:avLst/>
              <a:gdLst/>
              <a:ahLst/>
              <a:cxnLst/>
              <a:rect l="l" t="t" r="r" b="b"/>
              <a:pathLst>
                <a:path w="9776" h="14563" extrusionOk="0">
                  <a:moveTo>
                    <a:pt x="8597" y="1"/>
                  </a:moveTo>
                  <a:lnTo>
                    <a:pt x="8597" y="1"/>
                  </a:lnTo>
                  <a:cubicBezTo>
                    <a:pt x="2156" y="1755"/>
                    <a:pt x="377" y="8221"/>
                    <a:pt x="1" y="14562"/>
                  </a:cubicBezTo>
                  <a:cubicBezTo>
                    <a:pt x="1229" y="14362"/>
                    <a:pt x="2257" y="14161"/>
                    <a:pt x="3034" y="14011"/>
                  </a:cubicBezTo>
                  <a:cubicBezTo>
                    <a:pt x="8597" y="12908"/>
                    <a:pt x="9775" y="9925"/>
                    <a:pt x="85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2" name="Google Shape;1172;p41"/>
            <p:cNvGrpSpPr/>
            <p:nvPr/>
          </p:nvGrpSpPr>
          <p:grpSpPr>
            <a:xfrm>
              <a:off x="1010800" y="3626550"/>
              <a:ext cx="872782" cy="520600"/>
              <a:chOff x="1010800" y="3626550"/>
              <a:chExt cx="872782" cy="520600"/>
            </a:xfrm>
          </p:grpSpPr>
          <p:sp>
            <p:nvSpPr>
              <p:cNvPr id="1173" name="Google Shape;1173;p41"/>
              <p:cNvSpPr/>
              <p:nvPr/>
            </p:nvSpPr>
            <p:spPr>
              <a:xfrm>
                <a:off x="1027500" y="3777925"/>
                <a:ext cx="819174" cy="205150"/>
              </a:xfrm>
              <a:custGeom>
                <a:avLst/>
                <a:gdLst/>
                <a:ahLst/>
                <a:cxnLst/>
                <a:rect l="l" t="t" r="r" b="b"/>
                <a:pathLst>
                  <a:path w="36958" h="8206" extrusionOk="0">
                    <a:moveTo>
                      <a:pt x="35763" y="1"/>
                    </a:moveTo>
                    <a:cubicBezTo>
                      <a:pt x="35647" y="1"/>
                      <a:pt x="35526" y="29"/>
                      <a:pt x="35404" y="92"/>
                    </a:cubicBezTo>
                    <a:cubicBezTo>
                      <a:pt x="34777" y="418"/>
                      <a:pt x="34426" y="894"/>
                      <a:pt x="34076" y="1470"/>
                    </a:cubicBezTo>
                    <a:cubicBezTo>
                      <a:pt x="33825" y="1871"/>
                      <a:pt x="33624" y="2297"/>
                      <a:pt x="33399" y="2698"/>
                    </a:cubicBezTo>
                    <a:cubicBezTo>
                      <a:pt x="33174" y="3098"/>
                      <a:pt x="32923" y="3242"/>
                      <a:pt x="32656" y="3242"/>
                    </a:cubicBezTo>
                    <a:cubicBezTo>
                      <a:pt x="32270" y="3242"/>
                      <a:pt x="31849" y="2940"/>
                      <a:pt x="31419" y="2673"/>
                    </a:cubicBezTo>
                    <a:cubicBezTo>
                      <a:pt x="30658" y="2180"/>
                      <a:pt x="29929" y="1798"/>
                      <a:pt x="29223" y="1798"/>
                    </a:cubicBezTo>
                    <a:cubicBezTo>
                      <a:pt x="28673" y="1798"/>
                      <a:pt x="28136" y="2030"/>
                      <a:pt x="27609" y="2623"/>
                    </a:cubicBezTo>
                    <a:cubicBezTo>
                      <a:pt x="27192" y="3063"/>
                      <a:pt x="26543" y="4735"/>
                      <a:pt x="25680" y="4735"/>
                    </a:cubicBezTo>
                    <a:cubicBezTo>
                      <a:pt x="25559" y="4735"/>
                      <a:pt x="25433" y="4702"/>
                      <a:pt x="25304" y="4628"/>
                    </a:cubicBezTo>
                    <a:cubicBezTo>
                      <a:pt x="24376" y="4127"/>
                      <a:pt x="23725" y="3375"/>
                      <a:pt x="22722" y="3024"/>
                    </a:cubicBezTo>
                    <a:cubicBezTo>
                      <a:pt x="22548" y="2960"/>
                      <a:pt x="22380" y="2930"/>
                      <a:pt x="22217" y="2930"/>
                    </a:cubicBezTo>
                    <a:cubicBezTo>
                      <a:pt x="20925" y="2930"/>
                      <a:pt x="19978" y="4776"/>
                      <a:pt x="19289" y="5555"/>
                    </a:cubicBezTo>
                    <a:cubicBezTo>
                      <a:pt x="19210" y="5648"/>
                      <a:pt x="19107" y="5689"/>
                      <a:pt x="18984" y="5689"/>
                    </a:cubicBezTo>
                    <a:cubicBezTo>
                      <a:pt x="18141" y="5689"/>
                      <a:pt x="16358" y="3778"/>
                      <a:pt x="15043" y="3778"/>
                    </a:cubicBezTo>
                    <a:cubicBezTo>
                      <a:pt x="14842" y="3778"/>
                      <a:pt x="14651" y="3823"/>
                      <a:pt x="14476" y="3926"/>
                    </a:cubicBezTo>
                    <a:cubicBezTo>
                      <a:pt x="13800" y="4327"/>
                      <a:pt x="13299" y="4904"/>
                      <a:pt x="12797" y="5505"/>
                    </a:cubicBezTo>
                    <a:cubicBezTo>
                      <a:pt x="12390" y="5997"/>
                      <a:pt x="12041" y="6188"/>
                      <a:pt x="11714" y="6188"/>
                    </a:cubicBezTo>
                    <a:cubicBezTo>
                      <a:pt x="11076" y="6188"/>
                      <a:pt x="10528" y="5459"/>
                      <a:pt x="9815" y="4829"/>
                    </a:cubicBezTo>
                    <a:cubicBezTo>
                      <a:pt x="9286" y="4365"/>
                      <a:pt x="8772" y="4161"/>
                      <a:pt x="8272" y="4161"/>
                    </a:cubicBezTo>
                    <a:cubicBezTo>
                      <a:pt x="7609" y="4161"/>
                      <a:pt x="6970" y="4519"/>
                      <a:pt x="6356" y="5104"/>
                    </a:cubicBezTo>
                    <a:cubicBezTo>
                      <a:pt x="6030" y="5430"/>
                      <a:pt x="5730" y="5806"/>
                      <a:pt x="5404" y="6132"/>
                    </a:cubicBezTo>
                    <a:cubicBezTo>
                      <a:pt x="5145" y="6408"/>
                      <a:pt x="4911" y="6516"/>
                      <a:pt x="4692" y="6516"/>
                    </a:cubicBezTo>
                    <a:cubicBezTo>
                      <a:pt x="4254" y="6516"/>
                      <a:pt x="3875" y="6082"/>
                      <a:pt x="3474" y="5681"/>
                    </a:cubicBezTo>
                    <a:cubicBezTo>
                      <a:pt x="2847" y="5029"/>
                      <a:pt x="2246" y="4403"/>
                      <a:pt x="1344" y="4227"/>
                    </a:cubicBezTo>
                    <a:cubicBezTo>
                      <a:pt x="1281" y="4215"/>
                      <a:pt x="1221" y="4209"/>
                      <a:pt x="1164" y="4209"/>
                    </a:cubicBezTo>
                    <a:cubicBezTo>
                      <a:pt x="296" y="4209"/>
                      <a:pt x="1" y="5543"/>
                      <a:pt x="918" y="5731"/>
                    </a:cubicBezTo>
                    <a:cubicBezTo>
                      <a:pt x="2565" y="6056"/>
                      <a:pt x="3052" y="8206"/>
                      <a:pt x="4785" y="8206"/>
                    </a:cubicBezTo>
                    <a:cubicBezTo>
                      <a:pt x="4924" y="8206"/>
                      <a:pt x="5072" y="8192"/>
                      <a:pt x="5228" y="8162"/>
                    </a:cubicBezTo>
                    <a:cubicBezTo>
                      <a:pt x="5980" y="8012"/>
                      <a:pt x="6657" y="7084"/>
                      <a:pt x="7158" y="6558"/>
                    </a:cubicBezTo>
                    <a:cubicBezTo>
                      <a:pt x="7561" y="6106"/>
                      <a:pt x="7910" y="5928"/>
                      <a:pt x="8236" y="5928"/>
                    </a:cubicBezTo>
                    <a:cubicBezTo>
                      <a:pt x="8901" y="5928"/>
                      <a:pt x="9467" y="6670"/>
                      <a:pt x="10191" y="7310"/>
                    </a:cubicBezTo>
                    <a:cubicBezTo>
                      <a:pt x="10709" y="7773"/>
                      <a:pt x="11208" y="7969"/>
                      <a:pt x="11683" y="7969"/>
                    </a:cubicBezTo>
                    <a:cubicBezTo>
                      <a:pt x="12493" y="7969"/>
                      <a:pt x="13236" y="7398"/>
                      <a:pt x="13900" y="6608"/>
                    </a:cubicBezTo>
                    <a:cubicBezTo>
                      <a:pt x="14201" y="6282"/>
                      <a:pt x="14502" y="5931"/>
                      <a:pt x="14802" y="5581"/>
                    </a:cubicBezTo>
                    <a:cubicBezTo>
                      <a:pt x="14957" y="5421"/>
                      <a:pt x="15122" y="5355"/>
                      <a:pt x="15291" y="5355"/>
                    </a:cubicBezTo>
                    <a:cubicBezTo>
                      <a:pt x="15890" y="5355"/>
                      <a:pt x="16536" y="6176"/>
                      <a:pt x="16908" y="6508"/>
                    </a:cubicBezTo>
                    <a:cubicBezTo>
                      <a:pt x="17509" y="7034"/>
                      <a:pt x="18111" y="7385"/>
                      <a:pt x="18938" y="7460"/>
                    </a:cubicBezTo>
                    <a:cubicBezTo>
                      <a:pt x="18991" y="7465"/>
                      <a:pt x="19042" y="7467"/>
                      <a:pt x="19093" y="7467"/>
                    </a:cubicBezTo>
                    <a:cubicBezTo>
                      <a:pt x="20826" y="7467"/>
                      <a:pt x="21025" y="4839"/>
                      <a:pt x="22409" y="4839"/>
                    </a:cubicBezTo>
                    <a:cubicBezTo>
                      <a:pt x="22752" y="4839"/>
                      <a:pt x="23169" y="5001"/>
                      <a:pt x="23700" y="5405"/>
                    </a:cubicBezTo>
                    <a:cubicBezTo>
                      <a:pt x="24425" y="5963"/>
                      <a:pt x="25189" y="6389"/>
                      <a:pt x="25919" y="6389"/>
                    </a:cubicBezTo>
                    <a:cubicBezTo>
                      <a:pt x="26500" y="6389"/>
                      <a:pt x="27059" y="6119"/>
                      <a:pt x="27559" y="5430"/>
                    </a:cubicBezTo>
                    <a:cubicBezTo>
                      <a:pt x="28154" y="4637"/>
                      <a:pt x="28530" y="3482"/>
                      <a:pt x="29405" y="3482"/>
                    </a:cubicBezTo>
                    <a:cubicBezTo>
                      <a:pt x="29636" y="3482"/>
                      <a:pt x="29902" y="3563"/>
                      <a:pt x="30216" y="3751"/>
                    </a:cubicBezTo>
                    <a:cubicBezTo>
                      <a:pt x="30873" y="4141"/>
                      <a:pt x="31744" y="4956"/>
                      <a:pt x="32597" y="4956"/>
                    </a:cubicBezTo>
                    <a:cubicBezTo>
                      <a:pt x="32622" y="4956"/>
                      <a:pt x="32647" y="4955"/>
                      <a:pt x="32672" y="4954"/>
                    </a:cubicBezTo>
                    <a:cubicBezTo>
                      <a:pt x="34878" y="4829"/>
                      <a:pt x="34552" y="2272"/>
                      <a:pt x="36181" y="1445"/>
                    </a:cubicBezTo>
                    <a:cubicBezTo>
                      <a:pt x="36957" y="1057"/>
                      <a:pt x="36472" y="1"/>
                      <a:pt x="357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41"/>
              <p:cNvSpPr/>
              <p:nvPr/>
            </p:nvSpPr>
            <p:spPr>
              <a:xfrm>
                <a:off x="1020525" y="3702125"/>
                <a:ext cx="811844" cy="135105"/>
              </a:xfrm>
              <a:custGeom>
                <a:avLst/>
                <a:gdLst/>
                <a:ahLst/>
                <a:cxnLst/>
                <a:rect l="l" t="t" r="r" b="b"/>
                <a:pathLst>
                  <a:path w="34918" h="5532" extrusionOk="0">
                    <a:moveTo>
                      <a:pt x="34165" y="1"/>
                    </a:moveTo>
                    <a:cubicBezTo>
                      <a:pt x="34124" y="1"/>
                      <a:pt x="34081" y="6"/>
                      <a:pt x="34035" y="16"/>
                    </a:cubicBezTo>
                    <a:cubicBezTo>
                      <a:pt x="23083" y="2522"/>
                      <a:pt x="11880" y="3725"/>
                      <a:pt x="652" y="4502"/>
                    </a:cubicBezTo>
                    <a:cubicBezTo>
                      <a:pt x="15" y="4527"/>
                      <a:pt x="0" y="5532"/>
                      <a:pt x="607" y="5532"/>
                    </a:cubicBezTo>
                    <a:cubicBezTo>
                      <a:pt x="622" y="5532"/>
                      <a:pt x="637" y="5531"/>
                      <a:pt x="652" y="5530"/>
                    </a:cubicBezTo>
                    <a:cubicBezTo>
                      <a:pt x="11955" y="4778"/>
                      <a:pt x="23258" y="3550"/>
                      <a:pt x="34311" y="1018"/>
                    </a:cubicBezTo>
                    <a:cubicBezTo>
                      <a:pt x="34917" y="879"/>
                      <a:pt x="34721" y="1"/>
                      <a:pt x="34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41"/>
              <p:cNvSpPr/>
              <p:nvPr/>
            </p:nvSpPr>
            <p:spPr>
              <a:xfrm>
                <a:off x="1010800" y="3626550"/>
                <a:ext cx="819170" cy="169144"/>
              </a:xfrm>
              <a:custGeom>
                <a:avLst/>
                <a:gdLst/>
                <a:ahLst/>
                <a:cxnLst/>
                <a:rect l="l" t="t" r="r" b="b"/>
                <a:pathLst>
                  <a:path w="36351" h="6577" extrusionOk="0">
                    <a:moveTo>
                      <a:pt x="34846" y="1"/>
                    </a:moveTo>
                    <a:cubicBezTo>
                      <a:pt x="34763" y="1"/>
                      <a:pt x="34677" y="11"/>
                      <a:pt x="34586" y="31"/>
                    </a:cubicBezTo>
                    <a:cubicBezTo>
                      <a:pt x="23659" y="2538"/>
                      <a:pt x="12506" y="3741"/>
                      <a:pt x="1328" y="4493"/>
                    </a:cubicBezTo>
                    <a:cubicBezTo>
                      <a:pt x="30" y="4566"/>
                      <a:pt x="0" y="6576"/>
                      <a:pt x="1237" y="6576"/>
                    </a:cubicBezTo>
                    <a:cubicBezTo>
                      <a:pt x="1267" y="6576"/>
                      <a:pt x="1297" y="6575"/>
                      <a:pt x="1328" y="6573"/>
                    </a:cubicBezTo>
                    <a:cubicBezTo>
                      <a:pt x="12681" y="5796"/>
                      <a:pt x="24035" y="4593"/>
                      <a:pt x="35137" y="2036"/>
                    </a:cubicBezTo>
                    <a:cubicBezTo>
                      <a:pt x="36350" y="1757"/>
                      <a:pt x="35957" y="1"/>
                      <a:pt x="348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41"/>
              <p:cNvSpPr/>
              <p:nvPr/>
            </p:nvSpPr>
            <p:spPr>
              <a:xfrm>
                <a:off x="1054900" y="3933175"/>
                <a:ext cx="811832" cy="138302"/>
              </a:xfrm>
              <a:custGeom>
                <a:avLst/>
                <a:gdLst/>
                <a:ahLst/>
                <a:cxnLst/>
                <a:rect l="l" t="t" r="r" b="b"/>
                <a:pathLst>
                  <a:path w="36635" h="5712" extrusionOk="0">
                    <a:moveTo>
                      <a:pt x="35955" y="0"/>
                    </a:moveTo>
                    <a:cubicBezTo>
                      <a:pt x="35903" y="0"/>
                      <a:pt x="35848" y="9"/>
                      <a:pt x="35789" y="27"/>
                    </a:cubicBezTo>
                    <a:cubicBezTo>
                      <a:pt x="30050" y="1931"/>
                      <a:pt x="24035" y="3034"/>
                      <a:pt x="18020" y="3811"/>
                    </a:cubicBezTo>
                    <a:cubicBezTo>
                      <a:pt x="14071" y="4313"/>
                      <a:pt x="10038" y="4672"/>
                      <a:pt x="6021" y="4672"/>
                    </a:cubicBezTo>
                    <a:cubicBezTo>
                      <a:pt x="4225" y="4672"/>
                      <a:pt x="2432" y="4600"/>
                      <a:pt x="651" y="4438"/>
                    </a:cubicBezTo>
                    <a:cubicBezTo>
                      <a:pt x="629" y="4435"/>
                      <a:pt x="607" y="4434"/>
                      <a:pt x="586" y="4434"/>
                    </a:cubicBezTo>
                    <a:cubicBezTo>
                      <a:pt x="0" y="4434"/>
                      <a:pt x="22" y="5417"/>
                      <a:pt x="651" y="5465"/>
                    </a:cubicBezTo>
                    <a:cubicBezTo>
                      <a:pt x="2454" y="5637"/>
                      <a:pt x="4261" y="5711"/>
                      <a:pt x="6069" y="5711"/>
                    </a:cubicBezTo>
                    <a:cubicBezTo>
                      <a:pt x="10067" y="5711"/>
                      <a:pt x="14067" y="5347"/>
                      <a:pt x="18020" y="4864"/>
                    </a:cubicBezTo>
                    <a:cubicBezTo>
                      <a:pt x="24110" y="4112"/>
                      <a:pt x="30225" y="2984"/>
                      <a:pt x="36065" y="1029"/>
                    </a:cubicBezTo>
                    <a:cubicBezTo>
                      <a:pt x="36635" y="847"/>
                      <a:pt x="36479" y="0"/>
                      <a:pt x="359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1"/>
              <p:cNvSpPr/>
              <p:nvPr/>
            </p:nvSpPr>
            <p:spPr>
              <a:xfrm>
                <a:off x="1054900" y="3978000"/>
                <a:ext cx="828682" cy="169150"/>
              </a:xfrm>
              <a:custGeom>
                <a:avLst/>
                <a:gdLst/>
                <a:ahLst/>
                <a:cxnLst/>
                <a:rect l="l" t="t" r="r" b="b"/>
                <a:pathLst>
                  <a:path w="38026" h="6766" extrusionOk="0">
                    <a:moveTo>
                      <a:pt x="36656" y="0"/>
                    </a:moveTo>
                    <a:cubicBezTo>
                      <a:pt x="36550" y="0"/>
                      <a:pt x="36436" y="19"/>
                      <a:pt x="36316" y="59"/>
                    </a:cubicBezTo>
                    <a:cubicBezTo>
                      <a:pt x="30601" y="1963"/>
                      <a:pt x="24636" y="3066"/>
                      <a:pt x="18697" y="3818"/>
                    </a:cubicBezTo>
                    <a:cubicBezTo>
                      <a:pt x="14735" y="4320"/>
                      <a:pt x="10714" y="4690"/>
                      <a:pt x="6708" y="4690"/>
                    </a:cubicBezTo>
                    <a:cubicBezTo>
                      <a:pt x="4909" y="4690"/>
                      <a:pt x="3114" y="4616"/>
                      <a:pt x="1328" y="4445"/>
                    </a:cubicBezTo>
                    <a:cubicBezTo>
                      <a:pt x="1289" y="4441"/>
                      <a:pt x="1252" y="4439"/>
                      <a:pt x="1215" y="4439"/>
                    </a:cubicBezTo>
                    <a:cubicBezTo>
                      <a:pt x="1" y="4439"/>
                      <a:pt x="39" y="6403"/>
                      <a:pt x="1328" y="6525"/>
                    </a:cubicBezTo>
                    <a:cubicBezTo>
                      <a:pt x="3083" y="6693"/>
                      <a:pt x="4848" y="6765"/>
                      <a:pt x="6615" y="6765"/>
                    </a:cubicBezTo>
                    <a:cubicBezTo>
                      <a:pt x="10652" y="6765"/>
                      <a:pt x="14705" y="6386"/>
                      <a:pt x="18697" y="5898"/>
                    </a:cubicBezTo>
                    <a:cubicBezTo>
                      <a:pt x="24837" y="5172"/>
                      <a:pt x="31002" y="4019"/>
                      <a:pt x="36867" y="2064"/>
                    </a:cubicBezTo>
                    <a:cubicBezTo>
                      <a:pt x="38025" y="1700"/>
                      <a:pt x="37682" y="0"/>
                      <a:pt x="366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8" name="Google Shape;1178;p41"/>
            <p:cNvSpPr/>
            <p:nvPr/>
          </p:nvSpPr>
          <p:spPr>
            <a:xfrm>
              <a:off x="1095175" y="3862013"/>
              <a:ext cx="67700" cy="52050"/>
            </a:xfrm>
            <a:custGeom>
              <a:avLst/>
              <a:gdLst/>
              <a:ahLst/>
              <a:cxnLst/>
              <a:rect l="l" t="t" r="r" b="b"/>
              <a:pathLst>
                <a:path w="2708" h="2082" extrusionOk="0">
                  <a:moveTo>
                    <a:pt x="1354" y="1"/>
                  </a:moveTo>
                  <a:cubicBezTo>
                    <a:pt x="0" y="1"/>
                    <a:pt x="0" y="2081"/>
                    <a:pt x="1354" y="2081"/>
                  </a:cubicBezTo>
                  <a:cubicBezTo>
                    <a:pt x="2707" y="2081"/>
                    <a:pt x="2707" y="1"/>
                    <a:pt x="13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1242575" y="3849125"/>
              <a:ext cx="67075" cy="52025"/>
            </a:xfrm>
            <a:custGeom>
              <a:avLst/>
              <a:gdLst/>
              <a:ahLst/>
              <a:cxnLst/>
              <a:rect l="l" t="t" r="r" b="b"/>
              <a:pathLst>
                <a:path w="2683" h="2081" extrusionOk="0">
                  <a:moveTo>
                    <a:pt x="1329" y="1"/>
                  </a:moveTo>
                  <a:cubicBezTo>
                    <a:pt x="0" y="1"/>
                    <a:pt x="0" y="2081"/>
                    <a:pt x="1329" y="2081"/>
                  </a:cubicBezTo>
                  <a:cubicBezTo>
                    <a:pt x="2682" y="2081"/>
                    <a:pt x="2682" y="1"/>
                    <a:pt x="13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1"/>
            <p:cNvSpPr/>
            <p:nvPr/>
          </p:nvSpPr>
          <p:spPr>
            <a:xfrm>
              <a:off x="1406100" y="3837225"/>
              <a:ext cx="67075" cy="52025"/>
            </a:xfrm>
            <a:custGeom>
              <a:avLst/>
              <a:gdLst/>
              <a:ahLst/>
              <a:cxnLst/>
              <a:rect l="l" t="t" r="r" b="b"/>
              <a:pathLst>
                <a:path w="2683" h="2081" extrusionOk="0">
                  <a:moveTo>
                    <a:pt x="1329" y="0"/>
                  </a:moveTo>
                  <a:cubicBezTo>
                    <a:pt x="1" y="0"/>
                    <a:pt x="1" y="2081"/>
                    <a:pt x="1329" y="2081"/>
                  </a:cubicBezTo>
                  <a:cubicBezTo>
                    <a:pt x="2682" y="2081"/>
                    <a:pt x="2682" y="0"/>
                    <a:pt x="1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1"/>
            <p:cNvSpPr/>
            <p:nvPr/>
          </p:nvSpPr>
          <p:spPr>
            <a:xfrm>
              <a:off x="1558450" y="3810613"/>
              <a:ext cx="67075" cy="52650"/>
            </a:xfrm>
            <a:custGeom>
              <a:avLst/>
              <a:gdLst/>
              <a:ahLst/>
              <a:cxnLst/>
              <a:rect l="l" t="t" r="r" b="b"/>
              <a:pathLst>
                <a:path w="2683" h="2106" extrusionOk="0">
                  <a:moveTo>
                    <a:pt x="1354" y="0"/>
                  </a:moveTo>
                  <a:cubicBezTo>
                    <a:pt x="0" y="0"/>
                    <a:pt x="0" y="2106"/>
                    <a:pt x="1354" y="2106"/>
                  </a:cubicBezTo>
                  <a:cubicBezTo>
                    <a:pt x="2682" y="2106"/>
                    <a:pt x="2682" y="0"/>
                    <a:pt x="1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1"/>
            <p:cNvSpPr/>
            <p:nvPr/>
          </p:nvSpPr>
          <p:spPr>
            <a:xfrm>
              <a:off x="1709575" y="3777925"/>
              <a:ext cx="67050" cy="52650"/>
            </a:xfrm>
            <a:custGeom>
              <a:avLst/>
              <a:gdLst/>
              <a:ahLst/>
              <a:cxnLst/>
              <a:rect l="l" t="t" r="r" b="b"/>
              <a:pathLst>
                <a:path w="2682" h="2106" extrusionOk="0">
                  <a:moveTo>
                    <a:pt x="1353" y="1"/>
                  </a:moveTo>
                  <a:cubicBezTo>
                    <a:pt x="0" y="1"/>
                    <a:pt x="0" y="2106"/>
                    <a:pt x="1353" y="2106"/>
                  </a:cubicBezTo>
                  <a:cubicBezTo>
                    <a:pt x="2682" y="2106"/>
                    <a:pt x="2682" y="1"/>
                    <a:pt x="13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1"/>
            <p:cNvSpPr/>
            <p:nvPr/>
          </p:nvSpPr>
          <p:spPr>
            <a:xfrm>
              <a:off x="1671225" y="3897713"/>
              <a:ext cx="67700" cy="52650"/>
            </a:xfrm>
            <a:custGeom>
              <a:avLst/>
              <a:gdLst/>
              <a:ahLst/>
              <a:cxnLst/>
              <a:rect l="l" t="t" r="r" b="b"/>
              <a:pathLst>
                <a:path w="2708" h="2106" extrusionOk="0">
                  <a:moveTo>
                    <a:pt x="1354" y="0"/>
                  </a:moveTo>
                  <a:cubicBezTo>
                    <a:pt x="1" y="0"/>
                    <a:pt x="1" y="2105"/>
                    <a:pt x="1354" y="2105"/>
                  </a:cubicBezTo>
                  <a:cubicBezTo>
                    <a:pt x="2708" y="2105"/>
                    <a:pt x="2708" y="0"/>
                    <a:pt x="1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1"/>
            <p:cNvSpPr/>
            <p:nvPr/>
          </p:nvSpPr>
          <p:spPr>
            <a:xfrm>
              <a:off x="1517000" y="3932475"/>
              <a:ext cx="67700" cy="52650"/>
            </a:xfrm>
            <a:custGeom>
              <a:avLst/>
              <a:gdLst/>
              <a:ahLst/>
              <a:cxnLst/>
              <a:rect l="l" t="t" r="r" b="b"/>
              <a:pathLst>
                <a:path w="2708" h="2106" extrusionOk="0">
                  <a:moveTo>
                    <a:pt x="1354" y="0"/>
                  </a:moveTo>
                  <a:cubicBezTo>
                    <a:pt x="1" y="0"/>
                    <a:pt x="1" y="2105"/>
                    <a:pt x="1354" y="2105"/>
                  </a:cubicBezTo>
                  <a:cubicBezTo>
                    <a:pt x="2708" y="2105"/>
                    <a:pt x="2708" y="0"/>
                    <a:pt x="1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1"/>
            <p:cNvSpPr/>
            <p:nvPr/>
          </p:nvSpPr>
          <p:spPr>
            <a:xfrm>
              <a:off x="1332800" y="3950000"/>
              <a:ext cx="67075" cy="52675"/>
            </a:xfrm>
            <a:custGeom>
              <a:avLst/>
              <a:gdLst/>
              <a:ahLst/>
              <a:cxnLst/>
              <a:rect l="l" t="t" r="r" b="b"/>
              <a:pathLst>
                <a:path w="2683" h="2107" extrusionOk="0">
                  <a:moveTo>
                    <a:pt x="1354" y="1"/>
                  </a:moveTo>
                  <a:cubicBezTo>
                    <a:pt x="0" y="1"/>
                    <a:pt x="0" y="2106"/>
                    <a:pt x="1354" y="2106"/>
                  </a:cubicBezTo>
                  <a:cubicBezTo>
                    <a:pt x="2682" y="2106"/>
                    <a:pt x="2682" y="1"/>
                    <a:pt x="13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1"/>
            <p:cNvSpPr/>
            <p:nvPr/>
          </p:nvSpPr>
          <p:spPr>
            <a:xfrm>
              <a:off x="1180400" y="3971663"/>
              <a:ext cx="67675" cy="52050"/>
            </a:xfrm>
            <a:custGeom>
              <a:avLst/>
              <a:gdLst/>
              <a:ahLst/>
              <a:cxnLst/>
              <a:rect l="l" t="t" r="r" b="b"/>
              <a:pathLst>
                <a:path w="2707" h="2082" extrusionOk="0">
                  <a:moveTo>
                    <a:pt x="1353" y="1"/>
                  </a:moveTo>
                  <a:cubicBezTo>
                    <a:pt x="0" y="1"/>
                    <a:pt x="0" y="2081"/>
                    <a:pt x="1353" y="2081"/>
                  </a:cubicBezTo>
                  <a:cubicBezTo>
                    <a:pt x="2707" y="2081"/>
                    <a:pt x="2707" y="1"/>
                    <a:pt x="13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1"/>
            <p:cNvSpPr/>
            <p:nvPr/>
          </p:nvSpPr>
          <p:spPr>
            <a:xfrm>
              <a:off x="1528250" y="2713250"/>
              <a:ext cx="451200" cy="555000"/>
            </a:xfrm>
            <a:custGeom>
              <a:avLst/>
              <a:gdLst/>
              <a:ahLst/>
              <a:cxnLst/>
              <a:rect l="l" t="t" r="r" b="b"/>
              <a:pathLst>
                <a:path w="18048" h="22200" extrusionOk="0">
                  <a:moveTo>
                    <a:pt x="8520" y="1563"/>
                  </a:moveTo>
                  <a:cubicBezTo>
                    <a:pt x="14072" y="1563"/>
                    <a:pt x="8179" y="13801"/>
                    <a:pt x="5973" y="19170"/>
                  </a:cubicBezTo>
                  <a:lnTo>
                    <a:pt x="5973" y="19170"/>
                  </a:lnTo>
                  <a:cubicBezTo>
                    <a:pt x="5551" y="16350"/>
                    <a:pt x="5004" y="13551"/>
                    <a:pt x="4814" y="10699"/>
                  </a:cubicBezTo>
                  <a:cubicBezTo>
                    <a:pt x="4639" y="7942"/>
                    <a:pt x="4263" y="1902"/>
                    <a:pt x="8197" y="1576"/>
                  </a:cubicBezTo>
                  <a:cubicBezTo>
                    <a:pt x="8309" y="1567"/>
                    <a:pt x="8417" y="1563"/>
                    <a:pt x="8520" y="1563"/>
                  </a:cubicBezTo>
                  <a:close/>
                  <a:moveTo>
                    <a:pt x="8102" y="1"/>
                  </a:moveTo>
                  <a:cubicBezTo>
                    <a:pt x="1" y="1"/>
                    <a:pt x="4055" y="16395"/>
                    <a:pt x="4639" y="20749"/>
                  </a:cubicBezTo>
                  <a:cubicBezTo>
                    <a:pt x="4686" y="21117"/>
                    <a:pt x="4936" y="21351"/>
                    <a:pt x="5223" y="21444"/>
                  </a:cubicBezTo>
                  <a:lnTo>
                    <a:pt x="5223" y="21444"/>
                  </a:lnTo>
                  <a:cubicBezTo>
                    <a:pt x="5250" y="21906"/>
                    <a:pt x="5683" y="22199"/>
                    <a:pt x="6086" y="22199"/>
                  </a:cubicBezTo>
                  <a:cubicBezTo>
                    <a:pt x="6396" y="22199"/>
                    <a:pt x="6689" y="22027"/>
                    <a:pt x="6769" y="21626"/>
                  </a:cubicBezTo>
                  <a:cubicBezTo>
                    <a:pt x="7621" y="17415"/>
                    <a:pt x="18047" y="1075"/>
                    <a:pt x="8874" y="47"/>
                  </a:cubicBezTo>
                  <a:cubicBezTo>
                    <a:pt x="8605" y="16"/>
                    <a:pt x="8348" y="1"/>
                    <a:pt x="81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1"/>
            <p:cNvSpPr/>
            <p:nvPr/>
          </p:nvSpPr>
          <p:spPr>
            <a:xfrm>
              <a:off x="818375" y="3186025"/>
              <a:ext cx="1102900" cy="463975"/>
            </a:xfrm>
            <a:custGeom>
              <a:avLst/>
              <a:gdLst/>
              <a:ahLst/>
              <a:cxnLst/>
              <a:rect l="l" t="t" r="r" b="b"/>
              <a:pathLst>
                <a:path w="44116" h="18559" extrusionOk="0">
                  <a:moveTo>
                    <a:pt x="35840" y="0"/>
                  </a:moveTo>
                  <a:cubicBezTo>
                    <a:pt x="35455" y="0"/>
                    <a:pt x="35054" y="51"/>
                    <a:pt x="34638" y="159"/>
                  </a:cubicBezTo>
                  <a:cubicBezTo>
                    <a:pt x="27795" y="1011"/>
                    <a:pt x="10652" y="3016"/>
                    <a:pt x="4662" y="4545"/>
                  </a:cubicBezTo>
                  <a:cubicBezTo>
                    <a:pt x="1129" y="5422"/>
                    <a:pt x="1" y="9607"/>
                    <a:pt x="1229" y="14018"/>
                  </a:cubicBezTo>
                  <a:cubicBezTo>
                    <a:pt x="2229" y="17687"/>
                    <a:pt x="3606" y="18559"/>
                    <a:pt x="5873" y="18559"/>
                  </a:cubicBezTo>
                  <a:cubicBezTo>
                    <a:pt x="7355" y="18559"/>
                    <a:pt x="9218" y="18186"/>
                    <a:pt x="11605" y="17978"/>
                  </a:cubicBezTo>
                  <a:cubicBezTo>
                    <a:pt x="19124" y="17327"/>
                    <a:pt x="23986" y="16399"/>
                    <a:pt x="38898" y="14169"/>
                  </a:cubicBezTo>
                  <a:cubicBezTo>
                    <a:pt x="44115" y="13366"/>
                    <a:pt x="42084" y="0"/>
                    <a:pt x="358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1E6F951-0F2B-56EF-C65C-AF85492CC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707" y="-167330"/>
            <a:ext cx="1742537" cy="17425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635479-AAAE-5788-8BD2-88199C701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242" y="107474"/>
            <a:ext cx="1322770" cy="99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erry Christmas by Slidesgo">
  <a:themeElements>
    <a:clrScheme name="Simple Light">
      <a:dk1>
        <a:srgbClr val="C63B3D"/>
      </a:dk1>
      <a:lt1>
        <a:srgbClr val="D1574A"/>
      </a:lt1>
      <a:dk2>
        <a:srgbClr val="E7A098"/>
      </a:dk2>
      <a:lt2>
        <a:srgbClr val="F5EACE"/>
      </a:lt2>
      <a:accent1>
        <a:srgbClr val="73C065"/>
      </a:accent1>
      <a:accent2>
        <a:srgbClr val="52963E"/>
      </a:accent2>
      <a:accent3>
        <a:srgbClr val="245716"/>
      </a:accent3>
      <a:accent4>
        <a:srgbClr val="FFB700"/>
      </a:accent4>
      <a:accent5>
        <a:srgbClr val="FDFBF6"/>
      </a:accent5>
      <a:accent6>
        <a:srgbClr val="DFA30C"/>
      </a:accent6>
      <a:hlink>
        <a:srgbClr val="2457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957</Words>
  <Application>Microsoft Office PowerPoint</Application>
  <PresentationFormat>On-screen Show (16:9)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Georgia</vt:lpstr>
      <vt:lpstr>Jua</vt:lpstr>
      <vt:lpstr>Roboto</vt:lpstr>
      <vt:lpstr>Arial</vt:lpstr>
      <vt:lpstr>Merry Christmas by Slidesgo</vt:lpstr>
      <vt:lpstr>PowerPoint Presentation</vt:lpstr>
      <vt:lpstr>LÝ DO CHỌN ĐỀ TÀI</vt:lpstr>
      <vt:lpstr>MỤC TIÊU</vt:lpstr>
      <vt:lpstr>CÔNG NGHỆ SỬ DỤNG</vt:lpstr>
      <vt:lpstr>CÁC CHỨC NĂNG CHÍNH</vt:lpstr>
      <vt:lpstr>QUY TRÌNH CHÍNH</vt:lpstr>
      <vt:lpstr>KẾT QUẢ</vt:lpstr>
      <vt:lpstr>HẠN CHẾ</vt:lpstr>
      <vt:lpstr>Cảm ơn thầy và các bạn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Anh Minh</dc:creator>
  <cp:lastModifiedBy>Anh Minh</cp:lastModifiedBy>
  <cp:revision>128</cp:revision>
  <dcterms:modified xsi:type="dcterms:W3CDTF">2026-01-19T10:57:13Z</dcterms:modified>
</cp:coreProperties>
</file>